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457" r:id="rId3"/>
    <p:sldId id="659" r:id="rId4"/>
    <p:sldId id="862" r:id="rId5"/>
    <p:sldId id="1066" r:id="rId6"/>
    <p:sldId id="127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3" d="100"/>
          <a:sy n="123" d="100"/>
        </p:scale>
        <p:origin x="96" y="269"/>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14F69E46-3E55-4A86-8F70-FA9CDDB3DBC4}"/>
    <pc:docChg chg="modSld">
      <pc:chgData name="" userId="" providerId="" clId="Web-{14F69E46-3E55-4A86-8F70-FA9CDDB3DBC4}" dt="2026-09-23T13:38:00.579" v="0" actId="34807"/>
      <pc:docMkLst>
        <pc:docMk/>
      </pc:docMkLst>
      <pc:sldChg chg="modSp modNotesTx">
        <pc:chgData name="" userId="" providerId="" clId="Web-{14F69E46-3E55-4A86-8F70-FA9CDDB3DBC4}" dt="2026-09-23T13:38:00.579" v="0" actId="34807"/>
        <pc:sldMkLst>
          <pc:docMk/>
          <pc:sldMk cId="3948622614" sldId="659"/>
        </pc:sldMkLst>
        <pc:spChg chg="mod">
          <ac:chgData name="" userId="" providerId="" clId="Web-{14F69E46-3E55-4A86-8F70-FA9CDDB3DBC4}" dt="2026-09-23T13:38:00.579" v="0" actId="34807"/>
          <ac:spMkLst>
            <pc:docMk/>
            <pc:sldMk cId="3948622614" sldId="659"/>
            <ac:spMk id="25891" creationId="{CE6B955C-ED1E-BD7F-FC64-91FE1CBAF61D}"/>
          </ac:spMkLst>
        </pc:spChg>
      </pc:sldChg>
    </pc:docChg>
  </pc:docChgLst>
  <pc:docChgLst>
    <pc:chgData clId="Web-{790F6B56-3021-46E7-A4AD-1D49E5F161C6}"/>
    <pc:docChg chg="modSld">
      <pc:chgData name="" userId="" providerId="" clId="Web-{790F6B56-3021-46E7-A4AD-1D49E5F161C6}" dt="2026-09-24T08:40:01.847" v="3" actId="34807"/>
      <pc:docMkLst>
        <pc:docMk/>
      </pc:docMkLst>
      <pc:sldChg chg="addSp delSp modSp modNotesTx">
        <pc:chgData name="" userId="" providerId="" clId="Web-{790F6B56-3021-46E7-A4AD-1D49E5F161C6}" dt="2026-09-24T08:40:01.847" v="3" actId="34807"/>
        <pc:sldMkLst>
          <pc:docMk/>
          <pc:sldMk cId="3948622614" sldId="659"/>
        </pc:sldMkLst>
        <pc:spChg chg="mod">
          <ac:chgData name="" userId="" providerId="" clId="Web-{790F6B56-3021-46E7-A4AD-1D49E5F161C6}" dt="2026-09-24T08:37:02.466" v="0" actId="34807"/>
          <ac:spMkLst>
            <pc:docMk/>
            <pc:sldMk cId="3948622614" sldId="659"/>
            <ac:spMk id="26739" creationId="{F23817A3-E69D-CF23-D22F-F68CED04B99D}"/>
          </ac:spMkLst>
        </pc:spChg>
        <pc:spChg chg="mod">
          <ac:chgData name="" userId="" providerId="" clId="Web-{790F6B56-3021-46E7-A4AD-1D49E5F161C6}" dt="2026-09-24T08:37:02.466" v="0" actId="34807"/>
          <ac:spMkLst>
            <pc:docMk/>
            <pc:sldMk cId="3948622614" sldId="659"/>
            <ac:spMk id="26782" creationId="{C7B8D4BC-0EEA-73C9-9331-750D68A63BB7}"/>
          </ac:spMkLst>
        </pc:spChg>
        <pc:spChg chg="mod">
          <ac:chgData name="" userId="" providerId="" clId="Web-{790F6B56-3021-46E7-A4AD-1D49E5F161C6}" dt="2026-09-24T08:37:02.466" v="0" actId="34807"/>
          <ac:spMkLst>
            <pc:docMk/>
            <pc:sldMk cId="3948622614" sldId="659"/>
            <ac:spMk id="26826" creationId="{2FDA56E3-EDCD-2D41-D700-D0D1EB7FC7A0}"/>
          </ac:spMkLst>
        </pc:spChg>
        <pc:spChg chg="mod">
          <ac:chgData name="" userId="" providerId="" clId="Web-{790F6B56-3021-46E7-A4AD-1D49E5F161C6}" dt="2026-09-24T08:37:02.466" v="0" actId="34807"/>
          <ac:spMkLst>
            <pc:docMk/>
            <pc:sldMk cId="3948622614" sldId="659"/>
            <ac:spMk id="26871" creationId="{B3400DB2-A231-2F79-EBA4-EF05D7178C64}"/>
          </ac:spMkLst>
        </pc:spChg>
        <pc:spChg chg="mod">
          <ac:chgData name="" userId="" providerId="" clId="Web-{790F6B56-3021-46E7-A4AD-1D49E5F161C6}" dt="2026-09-24T08:37:02.466" v="0" actId="34807"/>
          <ac:spMkLst>
            <pc:docMk/>
            <pc:sldMk cId="3948622614" sldId="659"/>
            <ac:spMk id="26917" creationId="{323ADBE8-28F7-6B88-FF77-2FEB7001AC09}"/>
          </ac:spMkLst>
        </pc:spChg>
        <pc:spChg chg="mod">
          <ac:chgData name="" userId="" providerId="" clId="Web-{790F6B56-3021-46E7-A4AD-1D49E5F161C6}" dt="2026-09-24T08:37:02.466" v="0" actId="34807"/>
          <ac:spMkLst>
            <pc:docMk/>
            <pc:sldMk cId="3948622614" sldId="659"/>
            <ac:spMk id="26964" creationId="{162490FB-A25C-07CA-25E1-C5CB144E7EAB}"/>
          </ac:spMkLst>
        </pc:spChg>
        <pc:spChg chg="mod">
          <ac:chgData name="" userId="" providerId="" clId="Web-{790F6B56-3021-46E7-A4AD-1D49E5F161C6}" dt="2026-09-24T08:37:02.466" v="0" actId="34807"/>
          <ac:spMkLst>
            <pc:docMk/>
            <pc:sldMk cId="3948622614" sldId="659"/>
            <ac:spMk id="27267" creationId="{18113A17-C97F-96BF-26B5-B45E6F2386E2}"/>
          </ac:spMkLst>
        </pc:spChg>
        <pc:spChg chg="mod">
          <ac:chgData name="" userId="" providerId="" clId="Web-{790F6B56-3021-46E7-A4AD-1D49E5F161C6}" dt="2026-09-24T08:40:01.847" v="3" actId="34807"/>
          <ac:spMkLst>
            <pc:docMk/>
            <pc:sldMk cId="3948622614" sldId="659"/>
            <ac:spMk id="27377" creationId="{E4EAA72F-92BE-151D-5935-13FC73962F18}"/>
          </ac:spMkLst>
        </pc:spChg>
        <pc:spChg chg="mod">
          <ac:chgData name="" userId="" providerId="" clId="Web-{790F6B56-3021-46E7-A4AD-1D49E5F161C6}" dt="2026-09-24T08:40:01.847" v="3" actId="34807"/>
          <ac:spMkLst>
            <pc:docMk/>
            <pc:sldMk cId="3948622614" sldId="659"/>
            <ac:spMk id="27379" creationId="{C64272F2-27C7-7B4C-C7B8-EDC6796803DC}"/>
          </ac:spMkLst>
        </pc:spChg>
        <pc:spChg chg="mod">
          <ac:chgData name="" userId="" providerId="" clId="Web-{790F6B56-3021-46E7-A4AD-1D49E5F161C6}" dt="2026-09-24T08:37:24.545" v="2" actId="34807"/>
          <ac:spMkLst>
            <pc:docMk/>
            <pc:sldMk cId="3948622614" sldId="659"/>
            <ac:spMk id="27382" creationId="{652241E0-6D73-E46A-7B26-BD2C1FFE66E5}"/>
          </ac:spMkLst>
        </pc:spChg>
        <pc:spChg chg="add mod">
          <ac:chgData name="" userId="" providerId="" clId="Web-{790F6B56-3021-46E7-A4AD-1D49E5F161C6}" dt="2026-09-24T08:37:23.514" v="1" actId="34807"/>
          <ac:spMkLst>
            <pc:docMk/>
            <pc:sldMk cId="3948622614" sldId="659"/>
            <ac:spMk id="27391" creationId="{5265D038-6377-0BC2-B5EB-2698F0DDF1EE}"/>
          </ac:spMkLst>
        </pc:spChg>
        <pc:spChg chg="add mod">
          <ac:chgData name="" userId="" providerId="" clId="Web-{790F6B56-3021-46E7-A4AD-1D49E5F161C6}" dt="2026-09-24T08:37:24.545" v="2" actId="34807"/>
          <ac:spMkLst>
            <pc:docMk/>
            <pc:sldMk cId="3948622614" sldId="659"/>
            <ac:spMk id="27397" creationId="{2C95F7FB-08DD-C96E-31DB-CF3F50EDE957}"/>
          </ac:spMkLst>
        </pc:spChg>
        <pc:spChg chg="add mod">
          <ac:chgData name="" userId="" providerId="" clId="Web-{790F6B56-3021-46E7-A4AD-1D49E5F161C6}" dt="2026-09-24T08:37:24.545" v="2" actId="34807"/>
          <ac:spMkLst>
            <pc:docMk/>
            <pc:sldMk cId="3948622614" sldId="659"/>
            <ac:spMk id="27404" creationId="{C6197D7E-3D73-BBA3-FBC1-0B71E8F1D93A}"/>
          </ac:spMkLst>
        </pc:spChg>
        <pc:spChg chg="mod">
          <ac:chgData name="" userId="" providerId="" clId="Web-{790F6B56-3021-46E7-A4AD-1D49E5F161C6}" dt="2026-09-24T08:37:24.545" v="2" actId="34807"/>
          <ac:spMkLst>
            <pc:docMk/>
            <pc:sldMk cId="3948622614" sldId="659"/>
            <ac:spMk id="27412" creationId="{BA2C574A-BD9F-76F6-98F9-9EDC2160DF04}"/>
          </ac:spMkLst>
        </pc:spChg>
        <pc:spChg chg="mod">
          <ac:chgData name="" userId="" providerId="" clId="Web-{790F6B56-3021-46E7-A4AD-1D49E5F161C6}" dt="2026-09-24T08:40:01.847" v="3" actId="34807"/>
          <ac:spMkLst>
            <pc:docMk/>
            <pc:sldMk cId="3948622614" sldId="659"/>
            <ac:spMk id="27431" creationId="{49EABCB6-B86F-EFAA-9FF8-3CB584208235}"/>
          </ac:spMkLst>
        </pc:spChg>
        <pc:spChg chg="add mod">
          <ac:chgData name="" userId="" providerId="" clId="Web-{790F6B56-3021-46E7-A4AD-1D49E5F161C6}" dt="2026-09-24T08:37:24.545" v="2" actId="34807"/>
          <ac:spMkLst>
            <pc:docMk/>
            <pc:sldMk cId="3948622614" sldId="659"/>
            <ac:spMk id="27442" creationId="{35E0A53E-19CD-70D1-27FB-3F0866441749}"/>
          </ac:spMkLst>
        </pc:spChg>
        <pc:spChg chg="add mod">
          <ac:chgData name="" userId="" providerId="" clId="Web-{790F6B56-3021-46E7-A4AD-1D49E5F161C6}" dt="2026-09-24T08:37:23.514" v="1" actId="34807"/>
          <ac:spMkLst>
            <pc:docMk/>
            <pc:sldMk cId="3948622614" sldId="659"/>
            <ac:spMk id="27454" creationId="{F76D9775-3AA5-53D6-1BE6-F7412822893A}"/>
          </ac:spMkLst>
        </pc:spChg>
        <pc:spChg chg="add mod">
          <ac:chgData name="" userId="" providerId="" clId="Web-{790F6B56-3021-46E7-A4AD-1D49E5F161C6}" dt="2026-09-24T08:40:01.847" v="3" actId="34807"/>
          <ac:spMkLst>
            <pc:docMk/>
            <pc:sldMk cId="3948622614" sldId="659"/>
            <ac:spMk id="27481" creationId="{81146BB9-52DD-6313-08A0-DCDFAE519696}"/>
          </ac:spMkLst>
        </pc:spChg>
        <pc:spChg chg="mod">
          <ac:chgData name="" userId="" providerId="" clId="Web-{790F6B56-3021-46E7-A4AD-1D49E5F161C6}" dt="2026-09-24T08:40:01.847" v="3" actId="34807"/>
          <ac:spMkLst>
            <pc:docMk/>
            <pc:sldMk cId="3948622614" sldId="659"/>
            <ac:spMk id="27496" creationId="{8C2BB555-0E7C-4B27-9506-57E31B7448D1}"/>
          </ac:spMkLst>
        </pc:spChg>
        <pc:spChg chg="add mod">
          <ac:chgData name="" userId="" providerId="" clId="Web-{790F6B56-3021-46E7-A4AD-1D49E5F161C6}" dt="2026-09-24T08:40:01.847" v="3" actId="34807"/>
          <ac:spMkLst>
            <pc:docMk/>
            <pc:sldMk cId="3948622614" sldId="659"/>
            <ac:spMk id="27512" creationId="{95E59DBC-DDBF-DF40-595C-E4D81D3F5CA7}"/>
          </ac:spMkLst>
        </pc:spChg>
        <pc:spChg chg="add mod">
          <ac:chgData name="" userId="" providerId="" clId="Web-{790F6B56-3021-46E7-A4AD-1D49E5F161C6}" dt="2026-09-24T08:40:01.847" v="3" actId="34807"/>
          <ac:spMkLst>
            <pc:docMk/>
            <pc:sldMk cId="3948622614" sldId="659"/>
            <ac:spMk id="27529" creationId="{B84D3A0A-29D0-E47A-B8CB-D6C308892489}"/>
          </ac:spMkLst>
        </pc:spChg>
        <pc:spChg chg="add mod">
          <ac:chgData name="" userId="" providerId="" clId="Web-{790F6B56-3021-46E7-A4AD-1D49E5F161C6}" dt="2026-09-24T08:40:01.847" v="3" actId="34807"/>
          <ac:spMkLst>
            <pc:docMk/>
            <pc:sldMk cId="3948622614" sldId="659"/>
            <ac:spMk id="27547" creationId="{89071109-CE4F-AED9-F501-1896E2CF0F73}"/>
          </ac:spMkLst>
        </pc:spChg>
        <pc:spChg chg="add mod">
          <ac:chgData name="" userId="" providerId="" clId="Web-{790F6B56-3021-46E7-A4AD-1D49E5F161C6}" dt="2026-09-24T08:37:24.545" v="2" actId="34807"/>
          <ac:spMkLst>
            <pc:docMk/>
            <pc:sldMk cId="3948622614" sldId="659"/>
            <ac:spMk id="27566" creationId="{4D814750-A94E-7754-78DC-59D73395FEE7}"/>
          </ac:spMkLst>
        </pc:spChg>
      </pc:sldChg>
    </pc:docChg>
  </pc:docChgLst>
  <pc:docChgLst>
    <pc:chgData clId="Web-{CE8A4501-D537-4D82-ADE4-9588955FD696}"/>
    <pc:docChg chg="modSld">
      <pc:chgData name="" userId="" providerId="" clId="Web-{CE8A4501-D537-4D82-ADE4-9588955FD696}" dt="2026-09-23T20:04:43.918" v="8" actId="34807"/>
      <pc:docMkLst>
        <pc:docMk/>
      </pc:docMkLst>
      <pc:sldChg chg="modSp modNotesTx">
        <pc:chgData name="" userId="" providerId="" clId="Web-{CE8A4501-D537-4D82-ADE4-9588955FD696}" dt="2026-09-23T20:01:30.832" v="6" actId="34807"/>
        <pc:sldMkLst>
          <pc:docMk/>
          <pc:sldMk cId="0" sldId="256"/>
        </pc:sldMkLst>
        <pc:spChg chg="mod">
          <ac:chgData name="" userId="" providerId="" clId="Web-{CE8A4501-D537-4D82-ADE4-9588955FD696}" dt="2026-09-23T19:59:54.985" v="0" actId="34807"/>
          <ac:spMkLst>
            <pc:docMk/>
            <pc:sldMk cId="0" sldId="256"/>
            <ac:spMk id="46" creationId="{93E8D743-1CD3-D3E6-4541-98AEF7E900CD}"/>
          </ac:spMkLst>
        </pc:spChg>
        <pc:spChg chg="mod">
          <ac:chgData name="" userId="" providerId="" clId="Web-{CE8A4501-D537-4D82-ADE4-9588955FD696}" dt="2026-09-23T19:59:54.985" v="0" actId="34807"/>
          <ac:spMkLst>
            <pc:docMk/>
            <pc:sldMk cId="0" sldId="256"/>
            <ac:spMk id="92" creationId="{48990B33-40C6-2C4E-6B45-0A72ED6D4259}"/>
          </ac:spMkLst>
        </pc:spChg>
      </pc:sldChg>
      <pc:sldChg chg="modSp modNotesTx">
        <pc:chgData name="" userId="" providerId="" clId="Web-{CE8A4501-D537-4D82-ADE4-9588955FD696}" dt="2026-09-23T20:01:30.832" v="6" actId="34807"/>
        <pc:sldMkLst>
          <pc:docMk/>
          <pc:sldMk cId="620387571" sldId="457"/>
        </pc:sldMkLst>
        <pc:spChg chg="mod">
          <ac:chgData name="" userId="" providerId="" clId="Web-{CE8A4501-D537-4D82-ADE4-9588955FD696}" dt="2026-09-23T19:59:59.594" v="1" actId="34807"/>
          <ac:spMkLst>
            <pc:docMk/>
            <pc:sldMk cId="620387571" sldId="457"/>
            <ac:spMk id="124" creationId="{8F04E34A-4289-FBB1-EB1D-FF98CBB7B267}"/>
          </ac:spMkLst>
        </pc:spChg>
        <pc:spChg chg="mod">
          <ac:chgData name="" userId="" providerId="" clId="Web-{CE8A4501-D537-4D82-ADE4-9588955FD696}" dt="2026-09-23T19:59:59.594" v="1" actId="34807"/>
          <ac:spMkLst>
            <pc:docMk/>
            <pc:sldMk cId="620387571" sldId="457"/>
            <ac:spMk id="127" creationId="{76FC6350-CC6E-8E19-1AD0-5915C4AC140F}"/>
          </ac:spMkLst>
        </pc:spChg>
        <pc:spChg chg="mod">
          <ac:chgData name="" userId="" providerId="" clId="Web-{CE8A4501-D537-4D82-ADE4-9588955FD696}" dt="2026-09-23T19:59:59.594" v="1" actId="34807"/>
          <ac:spMkLst>
            <pc:docMk/>
            <pc:sldMk cId="620387571" sldId="457"/>
            <ac:spMk id="149" creationId="{9F85AD02-3B59-0F3E-D248-0D4B1BDE4D49}"/>
          </ac:spMkLst>
        </pc:spChg>
        <pc:spChg chg="mod">
          <ac:chgData name="" userId="" providerId="" clId="Web-{CE8A4501-D537-4D82-ADE4-9588955FD696}" dt="2026-09-23T19:59:59.594" v="1" actId="34807"/>
          <ac:spMkLst>
            <pc:docMk/>
            <pc:sldMk cId="620387571" sldId="457"/>
            <ac:spMk id="166" creationId="{898B3354-6536-3FCC-0BC2-7C6A378EED7C}"/>
          </ac:spMkLst>
        </pc:spChg>
        <pc:spChg chg="mod">
          <ac:chgData name="" userId="" providerId="" clId="Web-{CE8A4501-D537-4D82-ADE4-9588955FD696}" dt="2026-09-23T19:59:59.594" v="1" actId="34807"/>
          <ac:spMkLst>
            <pc:docMk/>
            <pc:sldMk cId="620387571" sldId="457"/>
            <ac:spMk id="187" creationId="{0B03D999-58A3-4DF9-798A-DC76B6FAB4A9}"/>
          </ac:spMkLst>
        </pc:spChg>
        <pc:spChg chg="mod">
          <ac:chgData name="" userId="" providerId="" clId="Web-{CE8A4501-D537-4D82-ADE4-9588955FD696}" dt="2026-09-23T19:59:59.594" v="1" actId="34807"/>
          <ac:spMkLst>
            <pc:docMk/>
            <pc:sldMk cId="620387571" sldId="457"/>
            <ac:spMk id="212" creationId="{6D85F012-887E-9458-255C-978B5AC27477}"/>
          </ac:spMkLst>
        </pc:spChg>
        <pc:spChg chg="mod">
          <ac:chgData name="" userId="" providerId="" clId="Web-{CE8A4501-D537-4D82-ADE4-9588955FD696}" dt="2026-09-23T19:59:59.594" v="1" actId="34807"/>
          <ac:spMkLst>
            <pc:docMk/>
            <pc:sldMk cId="620387571" sldId="457"/>
            <ac:spMk id="1202" creationId="{0A2CAF51-0F44-B488-557B-2A1E9059D6A3}"/>
          </ac:spMkLst>
        </pc:spChg>
        <pc:spChg chg="mod">
          <ac:chgData name="" userId="" providerId="" clId="Web-{CE8A4501-D537-4D82-ADE4-9588955FD696}" dt="2026-09-23T19:59:59.594" v="1" actId="34807"/>
          <ac:spMkLst>
            <pc:docMk/>
            <pc:sldMk cId="620387571" sldId="457"/>
            <ac:spMk id="1249" creationId="{9791AD09-9E96-1760-662B-591A127631A1}"/>
          </ac:spMkLst>
        </pc:spChg>
        <pc:spChg chg="mod">
          <ac:chgData name="" userId="" providerId="" clId="Web-{CE8A4501-D537-4D82-ADE4-9588955FD696}" dt="2026-09-23T19:59:59.594" v="1" actId="34807"/>
          <ac:spMkLst>
            <pc:docMk/>
            <pc:sldMk cId="620387571" sldId="457"/>
            <ac:spMk id="3524" creationId="{DB1B3090-DDB0-F7DA-85AE-DB8390A415C5}"/>
          </ac:spMkLst>
        </pc:spChg>
        <pc:spChg chg="mod">
          <ac:chgData name="" userId="" providerId="" clId="Web-{CE8A4501-D537-4D82-ADE4-9588955FD696}" dt="2026-09-23T19:59:59.594" v="1" actId="34807"/>
          <ac:spMkLst>
            <pc:docMk/>
            <pc:sldMk cId="620387571" sldId="457"/>
            <ac:spMk id="4126" creationId="{B2F4CDFC-F526-FD44-D62E-DE20E6DACA8E}"/>
          </ac:spMkLst>
        </pc:spChg>
      </pc:sldChg>
      <pc:sldChg chg="modSp modNotesTx">
        <pc:chgData name="" userId="" providerId="" clId="Web-{CE8A4501-D537-4D82-ADE4-9588955FD696}" dt="2026-09-23T20:04:43.918" v="8" actId="34807"/>
        <pc:sldMkLst>
          <pc:docMk/>
          <pc:sldMk cId="3948622614" sldId="659"/>
        </pc:sldMkLst>
        <pc:spChg chg="mod">
          <ac:chgData name="" userId="" providerId="" clId="Web-{CE8A4501-D537-4D82-ADE4-9588955FD696}" dt="2026-09-23T20:00:04.876" v="2" actId="34807"/>
          <ac:spMkLst>
            <pc:docMk/>
            <pc:sldMk cId="3948622614" sldId="659"/>
            <ac:spMk id="25839" creationId="{FD3B322B-26F3-80BB-95CE-D343440830D8}"/>
          </ac:spMkLst>
        </pc:spChg>
        <pc:spChg chg="mod">
          <ac:chgData name="" userId="" providerId="" clId="Web-{CE8A4501-D537-4D82-ADE4-9588955FD696}" dt="2026-09-23T20:00:04.876" v="2" actId="34807"/>
          <ac:spMkLst>
            <pc:docMk/>
            <pc:sldMk cId="3948622614" sldId="659"/>
            <ac:spMk id="25857" creationId="{D11ABFFD-6FC6-3686-574C-A7957684F9EA}"/>
          </ac:spMkLst>
        </pc:spChg>
        <pc:spChg chg="mod">
          <ac:chgData name="" userId="" providerId="" clId="Web-{CE8A4501-D537-4D82-ADE4-9588955FD696}" dt="2026-09-23T20:00:04.876" v="2" actId="34807"/>
          <ac:spMkLst>
            <pc:docMk/>
            <pc:sldMk cId="3948622614" sldId="659"/>
            <ac:spMk id="25891" creationId="{CE6B955C-ED1E-BD7F-FC64-91FE1CBAF61D}"/>
          </ac:spMkLst>
        </pc:spChg>
        <pc:spChg chg="mod">
          <ac:chgData name="" userId="" providerId="" clId="Web-{CE8A4501-D537-4D82-ADE4-9588955FD696}" dt="2026-09-23T20:00:04.876" v="2" actId="34807"/>
          <ac:spMkLst>
            <pc:docMk/>
            <pc:sldMk cId="3948622614" sldId="659"/>
            <ac:spMk id="25941" creationId="{577A7246-11CD-EAA5-2257-1764B4685F44}"/>
          </ac:spMkLst>
        </pc:spChg>
        <pc:spChg chg="mod">
          <ac:chgData name="" userId="" providerId="" clId="Web-{CE8A4501-D537-4D82-ADE4-9588955FD696}" dt="2026-09-23T20:00:04.876" v="2" actId="34807"/>
          <ac:spMkLst>
            <pc:docMk/>
            <pc:sldMk cId="3948622614" sldId="659"/>
            <ac:spMk id="26301" creationId="{2029360E-C337-B1F0-4ACB-C01C94141731}"/>
          </ac:spMkLst>
        </pc:spChg>
        <pc:spChg chg="mod">
          <ac:chgData name="" userId="" providerId="" clId="Web-{CE8A4501-D537-4D82-ADE4-9588955FD696}" dt="2026-09-23T20:00:04.876" v="2" actId="34807"/>
          <ac:spMkLst>
            <pc:docMk/>
            <pc:sldMk cId="3948622614" sldId="659"/>
            <ac:spMk id="26826" creationId="{2FDA56E3-EDCD-2D41-D700-D0D1EB7FC7A0}"/>
          </ac:spMkLst>
        </pc:spChg>
        <pc:spChg chg="mod">
          <ac:chgData name="" userId="" providerId="" clId="Web-{CE8A4501-D537-4D82-ADE4-9588955FD696}" dt="2026-09-23T20:00:04.876" v="2" actId="34807"/>
          <ac:spMkLst>
            <pc:docMk/>
            <pc:sldMk cId="3948622614" sldId="659"/>
            <ac:spMk id="26964" creationId="{162490FB-A25C-07CA-25E1-C5CB144E7EAB}"/>
          </ac:spMkLst>
        </pc:spChg>
        <pc:spChg chg="mod">
          <ac:chgData name="" userId="" providerId="" clId="Web-{CE8A4501-D537-4D82-ADE4-9588955FD696}" dt="2026-09-23T20:00:04.876" v="2" actId="34807"/>
          <ac:spMkLst>
            <pc:docMk/>
            <pc:sldMk cId="3948622614" sldId="659"/>
            <ac:spMk id="27061" creationId="{11D64620-3697-161F-F2A9-8B6A8B4EB7BF}"/>
          </ac:spMkLst>
        </pc:spChg>
        <pc:spChg chg="mod">
          <ac:chgData name="" userId="" providerId="" clId="Web-{CE8A4501-D537-4D82-ADE4-9588955FD696}" dt="2026-09-23T20:00:04.876" v="2" actId="34807"/>
          <ac:spMkLst>
            <pc:docMk/>
            <pc:sldMk cId="3948622614" sldId="659"/>
            <ac:spMk id="27376" creationId="{B4545379-817C-0E48-D90B-AF35BA0BC53C}"/>
          </ac:spMkLst>
        </pc:spChg>
      </pc:sldChg>
      <pc:sldChg chg="modSp modNotesTx">
        <pc:chgData name="" userId="" providerId="" clId="Web-{CE8A4501-D537-4D82-ADE4-9588955FD696}" dt="2026-09-23T20:01:30.832" v="6" actId="34807"/>
        <pc:sldMkLst>
          <pc:docMk/>
          <pc:sldMk cId="343108110" sldId="862"/>
        </pc:sldMkLst>
        <pc:spChg chg="mod">
          <ac:chgData name="" userId="" providerId="" clId="Web-{CE8A4501-D537-4D82-ADE4-9588955FD696}" dt="2026-09-23T20:00:12.345" v="3" actId="34807"/>
          <ac:spMkLst>
            <pc:docMk/>
            <pc:sldMk cId="343108110" sldId="862"/>
            <ac:spMk id="6917" creationId="{85864770-EE46-5F82-F5F1-4B89CDA1B78E}"/>
          </ac:spMkLst>
        </pc:spChg>
        <pc:spChg chg="mod">
          <ac:chgData name="" userId="" providerId="" clId="Web-{CE8A4501-D537-4D82-ADE4-9588955FD696}" dt="2026-09-23T20:00:12.345" v="3" actId="34807"/>
          <ac:spMkLst>
            <pc:docMk/>
            <pc:sldMk cId="343108110" sldId="862"/>
            <ac:spMk id="7019" creationId="{21FF3ABE-DA53-C61B-5CC4-68F70A67087B}"/>
          </ac:spMkLst>
        </pc:spChg>
        <pc:spChg chg="mod">
          <ac:chgData name="" userId="" providerId="" clId="Web-{CE8A4501-D537-4D82-ADE4-9588955FD696}" dt="2026-09-23T20:00:12.345" v="3" actId="34807"/>
          <ac:spMkLst>
            <pc:docMk/>
            <pc:sldMk cId="343108110" sldId="862"/>
            <ac:spMk id="7034" creationId="{167ACC24-2510-7CB5-892E-F475F8A0E1A1}"/>
          </ac:spMkLst>
        </pc:spChg>
        <pc:spChg chg="mod">
          <ac:chgData name="" userId="" providerId="" clId="Web-{CE8A4501-D537-4D82-ADE4-9588955FD696}" dt="2026-09-23T20:00:12.345" v="3" actId="34807"/>
          <ac:spMkLst>
            <pc:docMk/>
            <pc:sldMk cId="343108110" sldId="862"/>
            <ac:spMk id="7190" creationId="{CA13DBE5-CA7B-A464-1C1B-74E28B852E63}"/>
          </ac:spMkLst>
        </pc:spChg>
        <pc:spChg chg="mod">
          <ac:chgData name="" userId="" providerId="" clId="Web-{CE8A4501-D537-4D82-ADE4-9588955FD696}" dt="2026-09-23T20:00:12.345" v="3" actId="34807"/>
          <ac:spMkLst>
            <pc:docMk/>
            <pc:sldMk cId="343108110" sldId="862"/>
            <ac:spMk id="7320" creationId="{7E2CF223-8AC1-F3AD-3274-E1550EB172BD}"/>
          </ac:spMkLst>
        </pc:spChg>
        <pc:spChg chg="mod">
          <ac:chgData name="" userId="" providerId="" clId="Web-{CE8A4501-D537-4D82-ADE4-9588955FD696}" dt="2026-09-23T20:00:12.345" v="3" actId="34807"/>
          <ac:spMkLst>
            <pc:docMk/>
            <pc:sldMk cId="343108110" sldId="862"/>
            <ac:spMk id="7442" creationId="{274DD062-0653-4AAE-68D0-EFE4300B41A9}"/>
          </ac:spMkLst>
        </pc:spChg>
        <pc:spChg chg="mod">
          <ac:chgData name="" userId="" providerId="" clId="Web-{CE8A4501-D537-4D82-ADE4-9588955FD696}" dt="2026-09-23T20:00:12.345" v="3" actId="34807"/>
          <ac:spMkLst>
            <pc:docMk/>
            <pc:sldMk cId="343108110" sldId="862"/>
            <ac:spMk id="7475" creationId="{97D8C4FA-A3E2-ADE7-33F8-0744DD9BE38D}"/>
          </ac:spMkLst>
        </pc:spChg>
        <pc:spChg chg="mod">
          <ac:chgData name="" userId="" providerId="" clId="Web-{CE8A4501-D537-4D82-ADE4-9588955FD696}" dt="2026-09-23T20:00:12.345" v="3" actId="34807"/>
          <ac:spMkLst>
            <pc:docMk/>
            <pc:sldMk cId="343108110" sldId="862"/>
            <ac:spMk id="7580" creationId="{2AA7CC83-3D3C-6F7F-01A1-C6185915541F}"/>
          </ac:spMkLst>
        </pc:spChg>
        <pc:spChg chg="mod">
          <ac:chgData name="" userId="" providerId="" clId="Web-{CE8A4501-D537-4D82-ADE4-9588955FD696}" dt="2026-09-23T20:00:12.345" v="3" actId="34807"/>
          <ac:spMkLst>
            <pc:docMk/>
            <pc:sldMk cId="343108110" sldId="862"/>
            <ac:spMk id="7817" creationId="{9CBEC73F-159C-EA72-759E-F876786F8778}"/>
          </ac:spMkLst>
        </pc:spChg>
        <pc:spChg chg="mod">
          <ac:chgData name="" userId="" providerId="" clId="Web-{CE8A4501-D537-4D82-ADE4-9588955FD696}" dt="2026-09-23T20:00:12.345" v="3" actId="34807"/>
          <ac:spMkLst>
            <pc:docMk/>
            <pc:sldMk cId="343108110" sldId="862"/>
            <ac:spMk id="7949" creationId="{E54E07B9-0BBC-C09A-A2DD-9F6665F22FCA}"/>
          </ac:spMkLst>
        </pc:spChg>
      </pc:sldChg>
      <pc:sldChg chg="modSp modNotesTx">
        <pc:chgData name="" userId="" providerId="" clId="Web-{CE8A4501-D537-4D82-ADE4-9588955FD696}" dt="2026-09-23T20:01:30.832" v="6" actId="34807"/>
        <pc:sldMkLst>
          <pc:docMk/>
          <pc:sldMk cId="2961734150" sldId="1066"/>
        </pc:sldMkLst>
        <pc:spChg chg="mod">
          <ac:chgData name="" userId="" providerId="" clId="Web-{CE8A4501-D537-4D82-ADE4-9588955FD696}" dt="2026-09-23T20:00:18.236" v="4" actId="34807"/>
          <ac:spMkLst>
            <pc:docMk/>
            <pc:sldMk cId="2961734150" sldId="1066"/>
            <ac:spMk id="7952" creationId="{F3821E80-9031-07EE-97EB-DB8CACABC6C7}"/>
          </ac:spMkLst>
        </pc:spChg>
        <pc:spChg chg="mod">
          <ac:chgData name="" userId="" providerId="" clId="Web-{CE8A4501-D537-4D82-ADE4-9588955FD696}" dt="2026-09-23T20:00:18.236" v="4" actId="34807"/>
          <ac:spMkLst>
            <pc:docMk/>
            <pc:sldMk cId="2961734150" sldId="1066"/>
            <ac:spMk id="7955" creationId="{85FAD62F-E546-5B4F-A237-B2F943665F50}"/>
          </ac:spMkLst>
        </pc:spChg>
        <pc:spChg chg="mod">
          <ac:chgData name="" userId="" providerId="" clId="Web-{CE8A4501-D537-4D82-ADE4-9588955FD696}" dt="2026-09-23T20:00:18.236" v="4" actId="34807"/>
          <ac:spMkLst>
            <pc:docMk/>
            <pc:sldMk cId="2961734150" sldId="1066"/>
            <ac:spMk id="8015" creationId="{DD35C877-E74E-553F-31A1-B70204BC2587}"/>
          </ac:spMkLst>
        </pc:spChg>
        <pc:spChg chg="mod">
          <ac:chgData name="" userId="" providerId="" clId="Web-{CE8A4501-D537-4D82-ADE4-9588955FD696}" dt="2026-09-23T20:00:18.236" v="4" actId="34807"/>
          <ac:spMkLst>
            <pc:docMk/>
            <pc:sldMk cId="2961734150" sldId="1066"/>
            <ac:spMk id="8040" creationId="{A12D30F1-2E00-62EB-0288-C45B2072E061}"/>
          </ac:spMkLst>
        </pc:spChg>
        <pc:spChg chg="mod">
          <ac:chgData name="" userId="" providerId="" clId="Web-{CE8A4501-D537-4D82-ADE4-9588955FD696}" dt="2026-09-23T20:00:18.236" v="4" actId="34807"/>
          <ac:spMkLst>
            <pc:docMk/>
            <pc:sldMk cId="2961734150" sldId="1066"/>
            <ac:spMk id="8069" creationId="{FF3B1C4D-F5FB-20E1-E7A7-10AB8BB61C02}"/>
          </ac:spMkLst>
        </pc:spChg>
        <pc:spChg chg="mod">
          <ac:chgData name="" userId="" providerId="" clId="Web-{CE8A4501-D537-4D82-ADE4-9588955FD696}" dt="2026-09-23T20:00:18.236" v="4" actId="34807"/>
          <ac:spMkLst>
            <pc:docMk/>
            <pc:sldMk cId="2961734150" sldId="1066"/>
            <ac:spMk id="8139" creationId="{3DB6816B-13C1-149D-6A38-A9CDF89801F1}"/>
          </ac:spMkLst>
        </pc:spChg>
        <pc:spChg chg="mod">
          <ac:chgData name="" userId="" providerId="" clId="Web-{CE8A4501-D537-4D82-ADE4-9588955FD696}" dt="2026-09-23T20:00:18.236" v="4" actId="34807"/>
          <ac:spMkLst>
            <pc:docMk/>
            <pc:sldMk cId="2961734150" sldId="1066"/>
            <ac:spMk id="9840" creationId="{30C23C56-D4F6-F59F-19DF-3D30917FCD08}"/>
          </ac:spMkLst>
        </pc:spChg>
        <pc:spChg chg="mod">
          <ac:chgData name="" userId="" providerId="" clId="Web-{CE8A4501-D537-4D82-ADE4-9588955FD696}" dt="2026-09-23T20:00:18.236" v="4" actId="34807"/>
          <ac:spMkLst>
            <pc:docMk/>
            <pc:sldMk cId="2961734150" sldId="1066"/>
            <ac:spMk id="9902" creationId="{6F7BAE56-2029-8B7E-D1ED-7501D042A601}"/>
          </ac:spMkLst>
        </pc:spChg>
        <pc:spChg chg="mod">
          <ac:chgData name="" userId="" providerId="" clId="Web-{CE8A4501-D537-4D82-ADE4-9588955FD696}" dt="2026-09-23T20:00:18.236" v="4" actId="34807"/>
          <ac:spMkLst>
            <pc:docMk/>
            <pc:sldMk cId="2961734150" sldId="1066"/>
            <ac:spMk id="17129" creationId="{6E49EA24-203B-7497-04AF-D0A842D28707}"/>
          </ac:spMkLst>
        </pc:spChg>
        <pc:spChg chg="mod">
          <ac:chgData name="" userId="" providerId="" clId="Web-{CE8A4501-D537-4D82-ADE4-9588955FD696}" dt="2026-09-23T20:00:18.236" v="4" actId="34807"/>
          <ac:spMkLst>
            <pc:docMk/>
            <pc:sldMk cId="2961734150" sldId="1066"/>
            <ac:spMk id="25340" creationId="{004FCCAB-19FB-8B6C-E8BF-9209A69C4D7F}"/>
          </ac:spMkLst>
        </pc:spChg>
      </pc:sldChg>
      <pc:sldChg chg="modSp modNotesTx">
        <pc:chgData name="" userId="" providerId="" clId="Web-{CE8A4501-D537-4D82-ADE4-9588955FD696}" dt="2026-09-23T20:01:30.832" v="6" actId="34807"/>
        <pc:sldMkLst>
          <pc:docMk/>
          <pc:sldMk cId="400761626" sldId="1271"/>
        </pc:sldMkLst>
        <pc:spChg chg="mod">
          <ac:chgData name="" userId="" providerId="" clId="Web-{CE8A4501-D537-4D82-ADE4-9588955FD696}" dt="2026-09-23T20:00:23.908" v="5" actId="34807"/>
          <ac:spMkLst>
            <pc:docMk/>
            <pc:sldMk cId="400761626" sldId="1271"/>
            <ac:spMk id="25343" creationId="{F0C1C8A2-72FB-EC95-96E1-B537213B411C}"/>
          </ac:spMkLst>
        </pc:spChg>
        <pc:spChg chg="mod">
          <ac:chgData name="" userId="" providerId="" clId="Web-{CE8A4501-D537-4D82-ADE4-9588955FD696}" dt="2026-09-23T20:00:23.908" v="5" actId="34807"/>
          <ac:spMkLst>
            <pc:docMk/>
            <pc:sldMk cId="400761626" sldId="1271"/>
            <ac:spMk id="25346" creationId="{A80BEF5D-67BF-037B-9A65-59D95AD9DEA4}"/>
          </ac:spMkLst>
        </pc:spChg>
        <pc:spChg chg="mod">
          <ac:chgData name="" userId="" providerId="" clId="Web-{CE8A4501-D537-4D82-ADE4-9588955FD696}" dt="2026-09-23T20:00:23.908" v="5" actId="34807"/>
          <ac:spMkLst>
            <pc:docMk/>
            <pc:sldMk cId="400761626" sldId="1271"/>
            <ac:spMk id="25418" creationId="{DFC9CC16-3ADD-4FB7-76F4-18CBCB215B07}"/>
          </ac:spMkLst>
        </pc:spChg>
        <pc:spChg chg="mod">
          <ac:chgData name="" userId="" providerId="" clId="Web-{CE8A4501-D537-4D82-ADE4-9588955FD696}" dt="2026-09-23T20:00:23.908" v="5" actId="34807"/>
          <ac:spMkLst>
            <pc:docMk/>
            <pc:sldMk cId="400761626" sldId="1271"/>
            <ac:spMk id="25431" creationId="{604C543F-D3C9-C933-8DBD-9A3A8EAEA0D4}"/>
          </ac:spMkLst>
        </pc:spChg>
        <pc:spChg chg="mod">
          <ac:chgData name="" userId="" providerId="" clId="Web-{CE8A4501-D537-4D82-ADE4-9588955FD696}" dt="2026-09-23T20:00:23.908" v="5" actId="34807"/>
          <ac:spMkLst>
            <pc:docMk/>
            <pc:sldMk cId="400761626" sldId="1271"/>
            <ac:spMk id="25493" creationId="{C349E899-7E9B-A92A-BDC4-7B5190511BD6}"/>
          </ac:spMkLst>
        </pc:spChg>
        <pc:spChg chg="mod">
          <ac:chgData name="" userId="" providerId="" clId="Web-{CE8A4501-D537-4D82-ADE4-9588955FD696}" dt="2026-09-23T20:00:23.908" v="5" actId="34807"/>
          <ac:spMkLst>
            <pc:docMk/>
            <pc:sldMk cId="400761626" sldId="1271"/>
            <ac:spMk id="25530" creationId="{33023ABF-5A98-09FC-61BA-8FF19FB9D86B}"/>
          </ac:spMkLst>
        </pc:spChg>
        <pc:spChg chg="mod">
          <ac:chgData name="" userId="" providerId="" clId="Web-{CE8A4501-D537-4D82-ADE4-9588955FD696}" dt="2026-09-23T20:00:23.908" v="5" actId="34807"/>
          <ac:spMkLst>
            <pc:docMk/>
            <pc:sldMk cId="400761626" sldId="1271"/>
            <ac:spMk id="25550" creationId="{9DCA055D-5472-8D9A-878D-1846E6CE96BD}"/>
          </ac:spMkLst>
        </pc:spChg>
        <pc:spChg chg="mod">
          <ac:chgData name="" userId="" providerId="" clId="Web-{CE8A4501-D537-4D82-ADE4-9588955FD696}" dt="2026-09-23T20:00:23.908" v="5" actId="34807"/>
          <ac:spMkLst>
            <pc:docMk/>
            <pc:sldMk cId="400761626" sldId="1271"/>
            <ac:spMk id="25571" creationId="{3CD73C6B-E8F6-030F-82E0-278DA7E24C30}"/>
          </ac:spMkLst>
        </pc:spChg>
        <pc:spChg chg="mod">
          <ac:chgData name="" userId="" providerId="" clId="Web-{CE8A4501-D537-4D82-ADE4-9588955FD696}" dt="2026-09-23T20:00:23.908" v="5" actId="34807"/>
          <ac:spMkLst>
            <pc:docMk/>
            <pc:sldMk cId="400761626" sldId="1271"/>
            <ac:spMk id="25691" creationId="{2445590E-B185-F561-691F-FCEF9057C917}"/>
          </ac:spMkLst>
        </pc:spChg>
        <pc:spChg chg="mod">
          <ac:chgData name="" userId="" providerId="" clId="Web-{CE8A4501-D537-4D82-ADE4-9588955FD696}" dt="2026-09-23T20:00:23.908" v="5" actId="34807"/>
          <ac:spMkLst>
            <pc:docMk/>
            <pc:sldMk cId="400761626" sldId="1271"/>
            <ac:spMk id="25718" creationId="{D6A9BA89-E530-3FAD-1F36-D6F98857C0A7}"/>
          </ac:spMkLst>
        </pc:spChg>
      </pc:sldChg>
    </pc:docChg>
  </pc:docChgLst>
  <pc:docChgLst>
    <pc:chgData clId="Web-{F642F950-5702-40E0-9E6C-C0B858B11948}"/>
    <pc:docChg chg="modSld">
      <pc:chgData name="" userId="" providerId="" clId="Web-{F642F950-5702-40E0-9E6C-C0B858B11948}" dt="2026-09-23T20:20:57.798" v="1" actId="34807"/>
      <pc:docMkLst>
        <pc:docMk/>
      </pc:docMkLst>
      <pc:sldChg chg="modSp modNotesTx">
        <pc:chgData name="" userId="" providerId="" clId="Web-{F642F950-5702-40E0-9E6C-C0B858B11948}" dt="2026-09-23T20:18:21.245" v="0" actId="34807"/>
        <pc:sldMkLst>
          <pc:docMk/>
          <pc:sldMk cId="0" sldId="256"/>
        </pc:sldMkLst>
        <pc:spChg chg="mod">
          <ac:chgData name="" userId="" providerId="" clId="Web-{F642F950-5702-40E0-9E6C-C0B858B11948}" dt="2026-09-23T20:18:21.245" v="0" actId="34807"/>
          <ac:spMkLst>
            <pc:docMk/>
            <pc:sldMk cId="0" sldId="256"/>
            <ac:spMk id="46" creationId="{93E8D743-1CD3-D3E6-4541-98AEF7E900CD}"/>
          </ac:spMkLst>
        </pc:spChg>
        <pc:spChg chg="mod">
          <ac:chgData name="" userId="" providerId="" clId="Web-{F642F950-5702-40E0-9E6C-C0B858B11948}" dt="2026-09-23T20:18:21.245" v="0" actId="34807"/>
          <ac:spMkLst>
            <pc:docMk/>
            <pc:sldMk cId="0" sldId="256"/>
            <ac:spMk id="92" creationId="{48990B33-40C6-2C4E-6B45-0A72ED6D4259}"/>
          </ac:spMkLst>
        </pc:spChg>
      </pc:sldChg>
      <pc:sldChg chg="modSp modNotesTx">
        <pc:chgData name="" userId="" providerId="" clId="Web-{F642F950-5702-40E0-9E6C-C0B858B11948}" dt="2026-09-23T20:20:57.798" v="1" actId="34807"/>
        <pc:sldMkLst>
          <pc:docMk/>
          <pc:sldMk cId="620387571" sldId="457"/>
        </pc:sldMkLst>
        <pc:spChg chg="mod">
          <ac:chgData name="" userId="" providerId="" clId="Web-{F642F950-5702-40E0-9E6C-C0B858B11948}" dt="2026-09-23T20:18:21.245" v="0" actId="34807"/>
          <ac:spMkLst>
            <pc:docMk/>
            <pc:sldMk cId="620387571" sldId="457"/>
            <ac:spMk id="122" creationId="{FF5A7891-6B4E-B35B-F2E4-50E046ECD18B}"/>
          </ac:spMkLst>
        </pc:spChg>
        <pc:spChg chg="mod">
          <ac:chgData name="" userId="" providerId="" clId="Web-{F642F950-5702-40E0-9E6C-C0B858B11948}" dt="2026-09-23T20:18:21.245" v="0" actId="34807"/>
          <ac:spMkLst>
            <pc:docMk/>
            <pc:sldMk cId="620387571" sldId="457"/>
            <ac:spMk id="124" creationId="{8F04E34A-4289-FBB1-EB1D-FF98CBB7B267}"/>
          </ac:spMkLst>
        </pc:spChg>
        <pc:spChg chg="mod">
          <ac:chgData name="" userId="" providerId="" clId="Web-{F642F950-5702-40E0-9E6C-C0B858B11948}" dt="2026-09-23T20:18:21.245" v="0" actId="34807"/>
          <ac:spMkLst>
            <pc:docMk/>
            <pc:sldMk cId="620387571" sldId="457"/>
            <ac:spMk id="127" creationId="{76FC6350-CC6E-8E19-1AD0-5915C4AC140F}"/>
          </ac:spMkLst>
        </pc:spChg>
        <pc:spChg chg="mod">
          <ac:chgData name="" userId="" providerId="" clId="Web-{F642F950-5702-40E0-9E6C-C0B858B11948}" dt="2026-09-23T20:18:21.245" v="0" actId="34807"/>
          <ac:spMkLst>
            <pc:docMk/>
            <pc:sldMk cId="620387571" sldId="457"/>
            <ac:spMk id="149" creationId="{9F85AD02-3B59-0F3E-D248-0D4B1BDE4D49}"/>
          </ac:spMkLst>
        </pc:spChg>
        <pc:spChg chg="mod">
          <ac:chgData name="" userId="" providerId="" clId="Web-{F642F950-5702-40E0-9E6C-C0B858B11948}" dt="2026-09-23T20:18:21.245" v="0" actId="34807"/>
          <ac:spMkLst>
            <pc:docMk/>
            <pc:sldMk cId="620387571" sldId="457"/>
            <ac:spMk id="166" creationId="{898B3354-6536-3FCC-0BC2-7C6A378EED7C}"/>
          </ac:spMkLst>
        </pc:spChg>
        <pc:spChg chg="mod">
          <ac:chgData name="" userId="" providerId="" clId="Web-{F642F950-5702-40E0-9E6C-C0B858B11948}" dt="2026-09-23T20:20:57.798" v="1" actId="34807"/>
          <ac:spMkLst>
            <pc:docMk/>
            <pc:sldMk cId="620387571" sldId="457"/>
            <ac:spMk id="212" creationId="{6D85F012-887E-9458-255C-978B5AC27477}"/>
          </ac:spMkLst>
        </pc:spChg>
        <pc:spChg chg="mod">
          <ac:chgData name="" userId="" providerId="" clId="Web-{F642F950-5702-40E0-9E6C-C0B858B11948}" dt="2026-09-23T20:18:21.245" v="0" actId="34807"/>
          <ac:spMkLst>
            <pc:docMk/>
            <pc:sldMk cId="620387571" sldId="457"/>
            <ac:spMk id="1202" creationId="{0A2CAF51-0F44-B488-557B-2A1E9059D6A3}"/>
          </ac:spMkLst>
        </pc:spChg>
        <pc:spChg chg="mod">
          <ac:chgData name="" userId="" providerId="" clId="Web-{F642F950-5702-40E0-9E6C-C0B858B11948}" dt="2026-09-23T20:18:21.245" v="0" actId="34807"/>
          <ac:spMkLst>
            <pc:docMk/>
            <pc:sldMk cId="620387571" sldId="457"/>
            <ac:spMk id="1249" creationId="{9791AD09-9E96-1760-662B-591A127631A1}"/>
          </ac:spMkLst>
        </pc:spChg>
        <pc:spChg chg="mod">
          <ac:chgData name="" userId="" providerId="" clId="Web-{F642F950-5702-40E0-9E6C-C0B858B11948}" dt="2026-09-23T20:18:21.245" v="0" actId="34807"/>
          <ac:spMkLst>
            <pc:docMk/>
            <pc:sldMk cId="620387571" sldId="457"/>
            <ac:spMk id="3524" creationId="{DB1B3090-DDB0-F7DA-85AE-DB8390A415C5}"/>
          </ac:spMkLst>
        </pc:spChg>
        <pc:spChg chg="mod">
          <ac:chgData name="" userId="" providerId="" clId="Web-{F642F950-5702-40E0-9E6C-C0B858B11948}" dt="2026-09-23T20:18:21.245" v="0" actId="34807"/>
          <ac:spMkLst>
            <pc:docMk/>
            <pc:sldMk cId="620387571" sldId="457"/>
            <ac:spMk id="3776" creationId="{339E4113-9F19-F02E-A417-261E921E58FE}"/>
          </ac:spMkLst>
        </pc:spChg>
      </pc:sldChg>
      <pc:sldChg chg="modSp modNotesTx">
        <pc:chgData name="" userId="" providerId="" clId="Web-{F642F950-5702-40E0-9E6C-C0B858B11948}" dt="2026-09-23T20:20:57.798" v="1" actId="34807"/>
        <pc:sldMkLst>
          <pc:docMk/>
          <pc:sldMk cId="3948622614" sldId="659"/>
        </pc:sldMkLst>
        <pc:spChg chg="mod">
          <ac:chgData name="" userId="" providerId="" clId="Web-{F642F950-5702-40E0-9E6C-C0B858B11948}" dt="2026-09-23T20:18:21.245" v="0" actId="34807"/>
          <ac:spMkLst>
            <pc:docMk/>
            <pc:sldMk cId="3948622614" sldId="659"/>
            <ac:spMk id="25839" creationId="{FD3B322B-26F3-80BB-95CE-D343440830D8}"/>
          </ac:spMkLst>
        </pc:spChg>
        <pc:spChg chg="mod">
          <ac:chgData name="" userId="" providerId="" clId="Web-{F642F950-5702-40E0-9E6C-C0B858B11948}" dt="2026-09-23T20:18:21.245" v="0" actId="34807"/>
          <ac:spMkLst>
            <pc:docMk/>
            <pc:sldMk cId="3948622614" sldId="659"/>
            <ac:spMk id="25842" creationId="{75ADD0CE-ACB7-0986-33B7-FF3178890A76}"/>
          </ac:spMkLst>
        </pc:spChg>
        <pc:spChg chg="mod">
          <ac:chgData name="" userId="" providerId="" clId="Web-{F642F950-5702-40E0-9E6C-C0B858B11948}" dt="2026-09-23T20:18:21.245" v="0" actId="34807"/>
          <ac:spMkLst>
            <pc:docMk/>
            <pc:sldMk cId="3948622614" sldId="659"/>
            <ac:spMk id="25857" creationId="{D11ABFFD-6FC6-3686-574C-A7957684F9EA}"/>
          </ac:spMkLst>
        </pc:spChg>
        <pc:spChg chg="mod">
          <ac:chgData name="" userId="" providerId="" clId="Web-{F642F950-5702-40E0-9E6C-C0B858B11948}" dt="2026-09-23T20:18:21.245" v="0" actId="34807"/>
          <ac:spMkLst>
            <pc:docMk/>
            <pc:sldMk cId="3948622614" sldId="659"/>
            <ac:spMk id="25891" creationId="{CE6B955C-ED1E-BD7F-FC64-91FE1CBAF61D}"/>
          </ac:spMkLst>
        </pc:spChg>
        <pc:spChg chg="mod">
          <ac:chgData name="" userId="" providerId="" clId="Web-{F642F950-5702-40E0-9E6C-C0B858B11948}" dt="2026-09-23T20:18:21.245" v="0" actId="34807"/>
          <ac:spMkLst>
            <pc:docMk/>
            <pc:sldMk cId="3948622614" sldId="659"/>
            <ac:spMk id="26089" creationId="{709FEC80-7CBF-E8C3-B2A4-A73A63ED5289}"/>
          </ac:spMkLst>
        </pc:spChg>
        <pc:spChg chg="mod">
          <ac:chgData name="" userId="" providerId="" clId="Web-{F642F950-5702-40E0-9E6C-C0B858B11948}" dt="2026-09-23T20:18:21.245" v="0" actId="34807"/>
          <ac:spMkLst>
            <pc:docMk/>
            <pc:sldMk cId="3948622614" sldId="659"/>
            <ac:spMk id="26301" creationId="{2029360E-C337-B1F0-4ACB-C01C94141731}"/>
          </ac:spMkLst>
        </pc:spChg>
        <pc:spChg chg="mod">
          <ac:chgData name="" userId="" providerId="" clId="Web-{F642F950-5702-40E0-9E6C-C0B858B11948}" dt="2026-09-23T20:18:21.245" v="0" actId="34807"/>
          <ac:spMkLst>
            <pc:docMk/>
            <pc:sldMk cId="3948622614" sldId="659"/>
            <ac:spMk id="26332" creationId="{E953D45C-B954-1225-0B9C-88BD77D89059}"/>
          </ac:spMkLst>
        </pc:spChg>
        <pc:spChg chg="mod">
          <ac:chgData name="" userId="" providerId="" clId="Web-{F642F950-5702-40E0-9E6C-C0B858B11948}" dt="2026-09-23T20:18:21.245" v="0" actId="34807"/>
          <ac:spMkLst>
            <pc:docMk/>
            <pc:sldMk cId="3948622614" sldId="659"/>
            <ac:spMk id="26826" creationId="{2FDA56E3-EDCD-2D41-D700-D0D1EB7FC7A0}"/>
          </ac:spMkLst>
        </pc:spChg>
        <pc:spChg chg="mod">
          <ac:chgData name="" userId="" providerId="" clId="Web-{F642F950-5702-40E0-9E6C-C0B858B11948}" dt="2026-09-23T20:18:21.245" v="0" actId="34807"/>
          <ac:spMkLst>
            <pc:docMk/>
            <pc:sldMk cId="3948622614" sldId="659"/>
            <ac:spMk id="27061" creationId="{11D64620-3697-161F-F2A9-8B6A8B4EB7BF}"/>
          </ac:spMkLst>
        </pc:spChg>
        <pc:spChg chg="mod">
          <ac:chgData name="" userId="" providerId="" clId="Web-{F642F950-5702-40E0-9E6C-C0B858B11948}" dt="2026-09-23T20:18:21.245" v="0" actId="34807"/>
          <ac:spMkLst>
            <pc:docMk/>
            <pc:sldMk cId="3948622614" sldId="659"/>
            <ac:spMk id="27214" creationId="{FFD5E748-1186-C2F7-2ABD-026A4904F235}"/>
          </ac:spMkLst>
        </pc:spChg>
      </pc:sldChg>
      <pc:sldChg chg="modSp modNotesTx">
        <pc:chgData name="" userId="" providerId="" clId="Web-{F642F950-5702-40E0-9E6C-C0B858B11948}" dt="2026-09-23T20:18:21.245" v="0" actId="34807"/>
        <pc:sldMkLst>
          <pc:docMk/>
          <pc:sldMk cId="343108110" sldId="862"/>
        </pc:sldMkLst>
        <pc:spChg chg="mod">
          <ac:chgData name="" userId="" providerId="" clId="Web-{F642F950-5702-40E0-9E6C-C0B858B11948}" dt="2026-09-23T20:18:21.245" v="0" actId="34807"/>
          <ac:spMkLst>
            <pc:docMk/>
            <pc:sldMk cId="343108110" sldId="862"/>
            <ac:spMk id="6935" creationId="{C7B0EDFC-5706-2614-2C9E-B15D2006B01F}"/>
          </ac:spMkLst>
        </pc:spChg>
        <pc:spChg chg="mod">
          <ac:chgData name="" userId="" providerId="" clId="Web-{F642F950-5702-40E0-9E6C-C0B858B11948}" dt="2026-09-23T20:18:21.245" v="0" actId="34807"/>
          <ac:spMkLst>
            <pc:docMk/>
            <pc:sldMk cId="343108110" sldId="862"/>
            <ac:spMk id="7019" creationId="{21FF3ABE-DA53-C61B-5CC4-68F70A67087B}"/>
          </ac:spMkLst>
        </pc:spChg>
        <pc:spChg chg="mod">
          <ac:chgData name="" userId="" providerId="" clId="Web-{F642F950-5702-40E0-9E6C-C0B858B11948}" dt="2026-09-23T20:18:21.245" v="0" actId="34807"/>
          <ac:spMkLst>
            <pc:docMk/>
            <pc:sldMk cId="343108110" sldId="862"/>
            <ac:spMk id="7292" creationId="{EF8CF521-482E-1D14-4EE2-9D8B8A024DF2}"/>
          </ac:spMkLst>
        </pc:spChg>
        <pc:spChg chg="mod">
          <ac:chgData name="" userId="" providerId="" clId="Web-{F642F950-5702-40E0-9E6C-C0B858B11948}" dt="2026-09-23T20:18:21.245" v="0" actId="34807"/>
          <ac:spMkLst>
            <pc:docMk/>
            <pc:sldMk cId="343108110" sldId="862"/>
            <ac:spMk id="7320" creationId="{7E2CF223-8AC1-F3AD-3274-E1550EB172BD}"/>
          </ac:spMkLst>
        </pc:spChg>
        <pc:spChg chg="mod">
          <ac:chgData name="" userId="" providerId="" clId="Web-{F642F950-5702-40E0-9E6C-C0B858B11948}" dt="2026-09-23T20:18:21.245" v="0" actId="34807"/>
          <ac:spMkLst>
            <pc:docMk/>
            <pc:sldMk cId="343108110" sldId="862"/>
            <ac:spMk id="7410" creationId="{93F03E0E-DD28-D3BC-4C28-823F4C936405}"/>
          </ac:spMkLst>
        </pc:spChg>
        <pc:spChg chg="mod">
          <ac:chgData name="" userId="" providerId="" clId="Web-{F642F950-5702-40E0-9E6C-C0B858B11948}" dt="2026-09-23T20:18:21.245" v="0" actId="34807"/>
          <ac:spMkLst>
            <pc:docMk/>
            <pc:sldMk cId="343108110" sldId="862"/>
            <ac:spMk id="7442" creationId="{274DD062-0653-4AAE-68D0-EFE4300B41A9}"/>
          </ac:spMkLst>
        </pc:spChg>
        <pc:spChg chg="mod">
          <ac:chgData name="" userId="" providerId="" clId="Web-{F642F950-5702-40E0-9E6C-C0B858B11948}" dt="2026-09-23T20:18:21.245" v="0" actId="34807"/>
          <ac:spMkLst>
            <pc:docMk/>
            <pc:sldMk cId="343108110" sldId="862"/>
            <ac:spMk id="7475" creationId="{97D8C4FA-A3E2-ADE7-33F8-0744DD9BE38D}"/>
          </ac:spMkLst>
        </pc:spChg>
        <pc:spChg chg="mod">
          <ac:chgData name="" userId="" providerId="" clId="Web-{F642F950-5702-40E0-9E6C-C0B858B11948}" dt="2026-09-23T20:18:21.245" v="0" actId="34807"/>
          <ac:spMkLst>
            <pc:docMk/>
            <pc:sldMk cId="343108110" sldId="862"/>
            <ac:spMk id="7544" creationId="{9547B331-D121-97F1-EED0-F85509D29971}"/>
          </ac:spMkLst>
        </pc:spChg>
        <pc:spChg chg="mod">
          <ac:chgData name="" userId="" providerId="" clId="Web-{F642F950-5702-40E0-9E6C-C0B858B11948}" dt="2026-09-23T20:18:21.245" v="0" actId="34807"/>
          <ac:spMkLst>
            <pc:docMk/>
            <pc:sldMk cId="343108110" sldId="862"/>
            <ac:spMk id="7817" creationId="{9CBEC73F-159C-EA72-759E-F876786F8778}"/>
          </ac:spMkLst>
        </pc:spChg>
        <pc:spChg chg="mod">
          <ac:chgData name="" userId="" providerId="" clId="Web-{F642F950-5702-40E0-9E6C-C0B858B11948}" dt="2026-09-23T20:18:21.245" v="0" actId="34807"/>
          <ac:spMkLst>
            <pc:docMk/>
            <pc:sldMk cId="343108110" sldId="862"/>
            <ac:spMk id="7949" creationId="{E54E07B9-0BBC-C09A-A2DD-9F6665F22FCA}"/>
          </ac:spMkLst>
        </pc:spChg>
      </pc:sldChg>
      <pc:sldChg chg="modSp modNotesTx">
        <pc:chgData name="" userId="" providerId="" clId="Web-{F642F950-5702-40E0-9E6C-C0B858B11948}" dt="2026-09-23T20:20:57.798" v="1" actId="34807"/>
        <pc:sldMkLst>
          <pc:docMk/>
          <pc:sldMk cId="2961734150" sldId="1066"/>
        </pc:sldMkLst>
        <pc:spChg chg="mod">
          <ac:chgData name="" userId="" providerId="" clId="Web-{F642F950-5702-40E0-9E6C-C0B858B11948}" dt="2026-09-23T20:18:21.245" v="0" actId="34807"/>
          <ac:spMkLst>
            <pc:docMk/>
            <pc:sldMk cId="2961734150" sldId="1066"/>
            <ac:spMk id="7955" creationId="{85FAD62F-E546-5B4F-A237-B2F943665F50}"/>
          </ac:spMkLst>
        </pc:spChg>
        <pc:spChg chg="mod">
          <ac:chgData name="" userId="" providerId="" clId="Web-{F642F950-5702-40E0-9E6C-C0B858B11948}" dt="2026-09-23T20:18:21.245" v="0" actId="34807"/>
          <ac:spMkLst>
            <pc:docMk/>
            <pc:sldMk cId="2961734150" sldId="1066"/>
            <ac:spMk id="7994" creationId="{8D6F69DD-A982-2763-9BF8-DC8E0C74F046}"/>
          </ac:spMkLst>
        </pc:spChg>
        <pc:spChg chg="mod">
          <ac:chgData name="" userId="" providerId="" clId="Web-{F642F950-5702-40E0-9E6C-C0B858B11948}" dt="2026-09-23T20:18:21.245" v="0" actId="34807"/>
          <ac:spMkLst>
            <pc:docMk/>
            <pc:sldMk cId="2961734150" sldId="1066"/>
            <ac:spMk id="8015" creationId="{DD35C877-E74E-553F-31A1-B70204BC2587}"/>
          </ac:spMkLst>
        </pc:spChg>
        <pc:spChg chg="mod">
          <ac:chgData name="" userId="" providerId="" clId="Web-{F642F950-5702-40E0-9E6C-C0B858B11948}" dt="2026-09-23T20:18:21.245" v="0" actId="34807"/>
          <ac:spMkLst>
            <pc:docMk/>
            <pc:sldMk cId="2961734150" sldId="1066"/>
            <ac:spMk id="8102" creationId="{EB1E7063-5811-1B58-57E6-9E3B9B0C826A}"/>
          </ac:spMkLst>
        </pc:spChg>
        <pc:spChg chg="mod">
          <ac:chgData name="" userId="" providerId="" clId="Web-{F642F950-5702-40E0-9E6C-C0B858B11948}" dt="2026-09-23T20:18:21.245" v="0" actId="34807"/>
          <ac:spMkLst>
            <pc:docMk/>
            <pc:sldMk cId="2961734150" sldId="1066"/>
            <ac:spMk id="8139" creationId="{3DB6816B-13C1-149D-6A38-A9CDF89801F1}"/>
          </ac:spMkLst>
        </pc:spChg>
        <pc:spChg chg="mod">
          <ac:chgData name="" userId="" providerId="" clId="Web-{F642F950-5702-40E0-9E6C-C0B858B11948}" dt="2026-09-23T20:18:21.245" v="0" actId="34807"/>
          <ac:spMkLst>
            <pc:docMk/>
            <pc:sldMk cId="2961734150" sldId="1066"/>
            <ac:spMk id="8274" creationId="{FA1C85D6-B7C0-3DF0-A171-C662D66740C8}"/>
          </ac:spMkLst>
        </pc:spChg>
        <pc:spChg chg="mod">
          <ac:chgData name="" userId="" providerId="" clId="Web-{F642F950-5702-40E0-9E6C-C0B858B11948}" dt="2026-09-23T20:18:21.245" v="0" actId="34807"/>
          <ac:spMkLst>
            <pc:docMk/>
            <pc:sldMk cId="2961734150" sldId="1066"/>
            <ac:spMk id="9902" creationId="{6F7BAE56-2029-8B7E-D1ED-7501D042A601}"/>
          </ac:spMkLst>
        </pc:spChg>
        <pc:spChg chg="mod">
          <ac:chgData name="" userId="" providerId="" clId="Web-{F642F950-5702-40E0-9E6C-C0B858B11948}" dt="2026-09-23T20:18:21.245" v="0" actId="34807"/>
          <ac:spMkLst>
            <pc:docMk/>
            <pc:sldMk cId="2961734150" sldId="1066"/>
            <ac:spMk id="12800" creationId="{BF4B1706-BA68-5A4D-2CE4-FC258614A814}"/>
          </ac:spMkLst>
        </pc:spChg>
        <pc:spChg chg="mod">
          <ac:chgData name="" userId="" providerId="" clId="Web-{F642F950-5702-40E0-9E6C-C0B858B11948}" dt="2026-09-23T20:20:57.798" v="1" actId="34807"/>
          <ac:spMkLst>
            <pc:docMk/>
            <pc:sldMk cId="2961734150" sldId="1066"/>
            <ac:spMk id="12899" creationId="{81CFFB2D-B403-1F22-E174-80DDE1AD09FF}"/>
          </ac:spMkLst>
        </pc:spChg>
        <pc:spChg chg="mod">
          <ac:chgData name="" userId="" providerId="" clId="Web-{F642F950-5702-40E0-9E6C-C0B858B11948}" dt="2026-09-23T20:18:21.245" v="0" actId="34807"/>
          <ac:spMkLst>
            <pc:docMk/>
            <pc:sldMk cId="2961734150" sldId="1066"/>
            <ac:spMk id="17265" creationId="{DE4B8F80-7B35-196A-5FEC-BAF5DEC90DDF}"/>
          </ac:spMkLst>
        </pc:spChg>
        <pc:spChg chg="mod">
          <ac:chgData name="" userId="" providerId="" clId="Web-{F642F950-5702-40E0-9E6C-C0B858B11948}" dt="2026-09-23T20:18:21.245" v="0" actId="34807"/>
          <ac:spMkLst>
            <pc:docMk/>
            <pc:sldMk cId="2961734150" sldId="1066"/>
            <ac:spMk id="23000" creationId="{DBC96486-CC38-BBC9-38BC-04338F25313B}"/>
          </ac:spMkLst>
        </pc:spChg>
      </pc:sldChg>
      <pc:sldChg chg="modSp modNotesTx">
        <pc:chgData name="" userId="" providerId="" clId="Web-{F642F950-5702-40E0-9E6C-C0B858B11948}" dt="2026-09-23T20:18:21.245" v="0" actId="34807"/>
        <pc:sldMkLst>
          <pc:docMk/>
          <pc:sldMk cId="400761626" sldId="1271"/>
        </pc:sldMkLst>
        <pc:spChg chg="mod">
          <ac:chgData name="" userId="" providerId="" clId="Web-{F642F950-5702-40E0-9E6C-C0B858B11948}" dt="2026-09-23T20:18:21.245" v="0" actId="34807"/>
          <ac:spMkLst>
            <pc:docMk/>
            <pc:sldMk cId="400761626" sldId="1271"/>
            <ac:spMk id="25341" creationId="{3AA96B58-DBB6-45F3-9F82-27F646F1D616}"/>
          </ac:spMkLst>
        </pc:spChg>
        <pc:spChg chg="mod">
          <ac:chgData name="" userId="" providerId="" clId="Web-{F642F950-5702-40E0-9E6C-C0B858B11948}" dt="2026-09-23T20:18:21.245" v="0" actId="34807"/>
          <ac:spMkLst>
            <pc:docMk/>
            <pc:sldMk cId="400761626" sldId="1271"/>
            <ac:spMk id="25406" creationId="{0E4F5AA6-8DD4-D6A2-FE85-C0F224A0F8C5}"/>
          </ac:spMkLst>
        </pc:spChg>
        <pc:spChg chg="mod">
          <ac:chgData name="" userId="" providerId="" clId="Web-{F642F950-5702-40E0-9E6C-C0B858B11948}" dt="2026-09-23T20:18:21.245" v="0" actId="34807"/>
          <ac:spMkLst>
            <pc:docMk/>
            <pc:sldMk cId="400761626" sldId="1271"/>
            <ac:spMk id="25418" creationId="{DFC9CC16-3ADD-4FB7-76F4-18CBCB215B07}"/>
          </ac:spMkLst>
        </pc:spChg>
        <pc:spChg chg="mod">
          <ac:chgData name="" userId="" providerId="" clId="Web-{F642F950-5702-40E0-9E6C-C0B858B11948}" dt="2026-09-23T20:18:21.245" v="0" actId="34807"/>
          <ac:spMkLst>
            <pc:docMk/>
            <pc:sldMk cId="400761626" sldId="1271"/>
            <ac:spMk id="25431" creationId="{604C543F-D3C9-C933-8DBD-9A3A8EAEA0D4}"/>
          </ac:spMkLst>
        </pc:spChg>
        <pc:spChg chg="mod">
          <ac:chgData name="" userId="" providerId="" clId="Web-{F642F950-5702-40E0-9E6C-C0B858B11948}" dt="2026-09-23T20:18:21.245" v="0" actId="34807"/>
          <ac:spMkLst>
            <pc:docMk/>
            <pc:sldMk cId="400761626" sldId="1271"/>
            <ac:spMk id="25476" creationId="{B063EAC7-9BE8-E875-E356-E4C9FAB35F49}"/>
          </ac:spMkLst>
        </pc:spChg>
        <pc:spChg chg="mod">
          <ac:chgData name="" userId="" providerId="" clId="Web-{F642F950-5702-40E0-9E6C-C0B858B11948}" dt="2026-09-23T20:18:21.245" v="0" actId="34807"/>
          <ac:spMkLst>
            <pc:docMk/>
            <pc:sldMk cId="400761626" sldId="1271"/>
            <ac:spMk id="25493" creationId="{C349E899-7E9B-A92A-BDC4-7B5190511BD6}"/>
          </ac:spMkLst>
        </pc:spChg>
        <pc:spChg chg="mod">
          <ac:chgData name="" userId="" providerId="" clId="Web-{F642F950-5702-40E0-9E6C-C0B858B11948}" dt="2026-09-23T20:18:21.245" v="0" actId="34807"/>
          <ac:spMkLst>
            <pc:docMk/>
            <pc:sldMk cId="400761626" sldId="1271"/>
            <ac:spMk id="25511" creationId="{C7972DF7-E6E2-1C53-C8D7-2CFE9C113B5E}"/>
          </ac:spMkLst>
        </pc:spChg>
        <pc:spChg chg="mod">
          <ac:chgData name="" userId="" providerId="" clId="Web-{F642F950-5702-40E0-9E6C-C0B858B11948}" dt="2026-09-23T20:18:21.245" v="0" actId="34807"/>
          <ac:spMkLst>
            <pc:docMk/>
            <pc:sldMk cId="400761626" sldId="1271"/>
            <ac:spMk id="25550" creationId="{9DCA055D-5472-8D9A-878D-1846E6CE96BD}"/>
          </ac:spMkLst>
        </pc:spChg>
        <pc:spChg chg="mod">
          <ac:chgData name="" userId="" providerId="" clId="Web-{F642F950-5702-40E0-9E6C-C0B858B11948}" dt="2026-09-23T20:18:21.245" v="0" actId="34807"/>
          <ac:spMkLst>
            <pc:docMk/>
            <pc:sldMk cId="400761626" sldId="1271"/>
            <ac:spMk id="25718" creationId="{D6A9BA89-E530-3FAD-1F36-D6F98857C0A7}"/>
          </ac:spMkLst>
        </pc:spChg>
        <pc:spChg chg="mod">
          <ac:chgData name="" userId="" providerId="" clId="Web-{F642F950-5702-40E0-9E6C-C0B858B11948}" dt="2026-09-23T20:18:21.245" v="0" actId="34807"/>
          <ac:spMkLst>
            <pc:docMk/>
            <pc:sldMk cId="400761626" sldId="1271"/>
            <ac:spMk id="25836" creationId="{290FE5A4-BD5C-BB47-C460-553BFA62F088}"/>
          </ac:spMkLst>
        </pc:spChg>
      </pc:sldChg>
    </pc:docChg>
  </pc:docChgLst>
  <pc:docChgLst>
    <pc:chgData clId="Web-{5E2AE23D-4C3F-4471-AC33-0E20FE3D5706}"/>
    <pc:docChg chg="modSld">
      <pc:chgData name="" userId="" providerId="" clId="Web-{5E2AE23D-4C3F-4471-AC33-0E20FE3D5706}" dt="2026-10-14T14:09:33.454" v="0" actId="34807"/>
      <pc:docMkLst>
        <pc:docMk/>
      </pc:docMkLst>
      <pc:sldChg chg="modNotesTx">
        <pc:chgData name="" userId="" providerId="" clId="Web-{5E2AE23D-4C3F-4471-AC33-0E20FE3D5706}" dt="2026-10-14T14:09:33.454" v="0" actId="34807"/>
        <pc:sldMkLst>
          <pc:docMk/>
          <pc:sldMk cId="0" sldId="256"/>
        </pc:sldMkLst>
      </pc:sldChg>
      <pc:sldChg chg="modNotesTx">
        <pc:chgData name="" userId="" providerId="" clId="Web-{5E2AE23D-4C3F-4471-AC33-0E20FE3D5706}" dt="2026-10-14T14:09:33.454" v="0" actId="34807"/>
        <pc:sldMkLst>
          <pc:docMk/>
          <pc:sldMk cId="620387571" sldId="457"/>
        </pc:sldMkLst>
      </pc:sldChg>
      <pc:sldChg chg="modNotesTx">
        <pc:chgData name="" userId="" providerId="" clId="Web-{5E2AE23D-4C3F-4471-AC33-0E20FE3D5706}" dt="2026-10-14T14:09:33.454" v="0" actId="34807"/>
        <pc:sldMkLst>
          <pc:docMk/>
          <pc:sldMk cId="3948622614" sldId="659"/>
        </pc:sldMkLst>
      </pc:sldChg>
      <pc:sldChg chg="modNotesTx">
        <pc:chgData name="" userId="" providerId="" clId="Web-{5E2AE23D-4C3F-4471-AC33-0E20FE3D5706}" dt="2026-10-14T14:09:33.454" v="0" actId="34807"/>
        <pc:sldMkLst>
          <pc:docMk/>
          <pc:sldMk cId="343108110" sldId="862"/>
        </pc:sldMkLst>
      </pc:sldChg>
      <pc:sldChg chg="modNotesTx">
        <pc:chgData name="" userId="" providerId="" clId="Web-{5E2AE23D-4C3F-4471-AC33-0E20FE3D5706}" dt="2026-10-14T14:09:33.454" v="0" actId="34807"/>
        <pc:sldMkLst>
          <pc:docMk/>
          <pc:sldMk cId="2961734150" sldId="1066"/>
        </pc:sldMkLst>
      </pc:sldChg>
      <pc:sldChg chg="modNotesTx">
        <pc:chgData name="" userId="" providerId="" clId="Web-{5E2AE23D-4C3F-4471-AC33-0E20FE3D5706}" dt="2026-10-14T14:09:33.454" v="0" actId="34807"/>
        <pc:sldMkLst>
          <pc:docMk/>
          <pc:sldMk cId="400761626" sldId="1271"/>
        </pc:sldMkLst>
      </pc:sldChg>
    </pc:docChg>
  </pc:docChgLst>
  <pc:docChgLst>
    <pc:chgData clId="Web-{9296F112-39EA-4C16-88A0-D3DBB6267684}"/>
    <pc:docChg chg="mod addSld modSld modMainMaster setSldSz">
      <pc:chgData name="" userId="" providerId="" clId="Web-{9296F112-39EA-4C16-88A0-D3DBB6267684}" dt="2026-09-23T12:51:36.999" v="25" actId="34807"/>
      <pc:docMkLst>
        <pc:docMk/>
      </pc:docMkLst>
      <pc:sldChg chg="addSp modSp mod setBg modNotesTx">
        <pc:chgData name="" userId="" providerId="" clId="Web-{9296F112-39EA-4C16-88A0-D3DBB6267684}" dt="2026-09-23T12:41:17.415" v="3" actId="34807"/>
        <pc:sldMkLst>
          <pc:docMk/>
          <pc:sldMk cId="0" sldId="256"/>
        </pc:sldMkLst>
        <pc:spChg chg="add mod">
          <ac:chgData name="" userId="" providerId="" clId="Web-{9296F112-39EA-4C16-88A0-D3DBB6267684}" dt="2026-09-23T12:41:16.181" v="1" actId="34807"/>
          <ac:spMkLst>
            <pc:docMk/>
            <pc:sldMk cId="0" sldId="256"/>
            <ac:spMk id="2" creationId="{03B10D69-7DFD-9B43-80EA-B70E7E519B45}"/>
          </ac:spMkLst>
        </pc:spChg>
        <pc:spChg chg="add mod">
          <ac:chgData name="" userId="" providerId="" clId="Web-{9296F112-39EA-4C16-88A0-D3DBB6267684}" dt="2026-09-23T12:41:16.181" v="1" actId="34807"/>
          <ac:spMkLst>
            <pc:docMk/>
            <pc:sldMk cId="0" sldId="256"/>
            <ac:spMk id="11" creationId="{183EAA2F-758D-AE25-AF28-16145752AC62}"/>
          </ac:spMkLst>
        </pc:spChg>
        <pc:spChg chg="add mod">
          <ac:chgData name="" userId="" providerId="" clId="Web-{9296F112-39EA-4C16-88A0-D3DBB6267684}" dt="2026-09-23T12:41:16.181" v="1" actId="34807"/>
          <ac:spMkLst>
            <pc:docMk/>
            <pc:sldMk cId="0" sldId="256"/>
            <ac:spMk id="22" creationId="{241EA9D6-94AC-9BA3-BFC0-94123976F72A}"/>
          </ac:spMkLst>
        </pc:spChg>
        <pc:spChg chg="add mod">
          <ac:chgData name="" userId="" providerId="" clId="Web-{9296F112-39EA-4C16-88A0-D3DBB6267684}" dt="2026-09-23T12:41:16.181" v="1" actId="34807"/>
          <ac:spMkLst>
            <pc:docMk/>
            <pc:sldMk cId="0" sldId="256"/>
            <ac:spMk id="37" creationId="{A8A6C3D5-58F9-6346-D5A2-1FC7667E5AA1}"/>
          </ac:spMkLst>
        </pc:spChg>
        <pc:spChg chg="add mod">
          <ac:chgData name="" userId="" providerId="" clId="Web-{9296F112-39EA-4C16-88A0-D3DBB6267684}" dt="2026-09-23T12:41:17.415" v="3" actId="34807"/>
          <ac:spMkLst>
            <pc:docMk/>
            <pc:sldMk cId="0" sldId="256"/>
            <ac:spMk id="46" creationId="{93E8D743-1CD3-D3E6-4541-98AEF7E900CD}"/>
          </ac:spMkLst>
        </pc:spChg>
        <pc:spChg chg="mod">
          <ac:chgData name="" userId="" providerId="" clId="Web-{9296F112-39EA-4C16-88A0-D3DBB6267684}" dt="2026-09-23T12:41:17.415" v="3" actId="34807"/>
          <ac:spMkLst>
            <pc:docMk/>
            <pc:sldMk cId="0" sldId="256"/>
            <ac:spMk id="56" creationId="{6523AD9D-4558-3387-0E7B-29ED492A069C}"/>
          </ac:spMkLst>
        </pc:spChg>
        <pc:spChg chg="add mod">
          <ac:chgData name="" userId="" providerId="" clId="Web-{9296F112-39EA-4C16-88A0-D3DBB6267684}" dt="2026-09-23T12:41:16.181" v="1" actId="34807"/>
          <ac:spMkLst>
            <pc:docMk/>
            <pc:sldMk cId="0" sldId="256"/>
            <ac:spMk id="67" creationId="{299F5839-23AC-E1B1-E0F8-9F5CF4806482}"/>
          </ac:spMkLst>
        </pc:spChg>
        <pc:spChg chg="add mod">
          <ac:chgData name="" userId="" providerId="" clId="Web-{9296F112-39EA-4C16-88A0-D3DBB6267684}" dt="2026-09-23T12:41:16.181" v="1" actId="34807"/>
          <ac:spMkLst>
            <pc:docMk/>
            <pc:sldMk cId="0" sldId="256"/>
            <ac:spMk id="79" creationId="{FC50678C-0DB5-6622-C28D-C3841E8C8127}"/>
          </ac:spMkLst>
        </pc:spChg>
        <pc:spChg chg="add mod">
          <ac:chgData name="" userId="" providerId="" clId="Web-{9296F112-39EA-4C16-88A0-D3DBB6267684}" dt="2026-09-23T12:41:16.181" v="1" actId="34807"/>
          <ac:spMkLst>
            <pc:docMk/>
            <pc:sldMk cId="0" sldId="256"/>
            <ac:spMk id="92" creationId="{48990B33-40C6-2C4E-6B45-0A72ED6D4259}"/>
          </ac:spMkLst>
        </pc:spChg>
        <pc:spChg chg="add mod">
          <ac:chgData name="" userId="" providerId="" clId="Web-{9296F112-39EA-4C16-88A0-D3DBB6267684}" dt="2026-09-23T12:41:16.181" v="1" actId="34807"/>
          <ac:spMkLst>
            <pc:docMk/>
            <pc:sldMk cId="0" sldId="256"/>
            <ac:spMk id="106" creationId="{FBCFBFB3-FA8A-3E11-3908-8912E0A072D3}"/>
          </ac:spMkLst>
        </pc:spChg>
        <pc:spChg chg="add mod">
          <ac:chgData name="" userId="" providerId="" clId="Web-{9296F112-39EA-4C16-88A0-D3DBB6267684}" dt="2026-09-23T12:41:16.181" v="1" actId="34807"/>
          <ac:spMkLst>
            <pc:docMk/>
            <pc:sldMk cId="0" sldId="256"/>
            <ac:spMk id="121" creationId="{4458756C-B6BD-1AE4-0659-DD0C58BCF197}"/>
          </ac:spMkLst>
        </pc:spChg>
      </pc:sldChg>
      <pc:sldChg chg="addSp modSp add mod setBg modNotesTx">
        <pc:chgData name="" userId="" providerId="" clId="Web-{9296F112-39EA-4C16-88A0-D3DBB6267684}" dt="2026-09-23T12:45:43.228" v="8" actId="34807"/>
        <pc:sldMkLst>
          <pc:docMk/>
          <pc:sldMk cId="620387571" sldId="457"/>
        </pc:sldMkLst>
        <pc:spChg chg="add mod">
          <ac:chgData name="" userId="" providerId="" clId="Web-{9296F112-39EA-4C16-88A0-D3DBB6267684}" dt="2026-09-23T12:45:43.228" v="8" actId="34807"/>
          <ac:spMkLst>
            <pc:docMk/>
            <pc:sldMk cId="620387571" sldId="457"/>
            <ac:spMk id="122" creationId="{FF5A7891-6B4E-B35B-F2E4-50E046ECD18B}"/>
          </ac:spMkLst>
        </pc:spChg>
        <pc:spChg chg="mod">
          <ac:chgData name="" userId="" providerId="" clId="Web-{9296F112-39EA-4C16-88A0-D3DBB6267684}" dt="2026-09-23T12:45:43.228" v="8" actId="34807"/>
          <ac:spMkLst>
            <pc:docMk/>
            <pc:sldMk cId="620387571" sldId="457"/>
            <ac:spMk id="127" creationId="{76FC6350-CC6E-8E19-1AD0-5915C4AC140F}"/>
          </ac:spMkLst>
        </pc:spChg>
        <pc:spChg chg="mod">
          <ac:chgData name="" userId="" providerId="" clId="Web-{9296F112-39EA-4C16-88A0-D3DBB6267684}" dt="2026-09-23T12:45:43.228" v="8" actId="34807"/>
          <ac:spMkLst>
            <pc:docMk/>
            <pc:sldMk cId="620387571" sldId="457"/>
            <ac:spMk id="131" creationId="{2D263121-F7C9-F52C-4575-B681D55CE00B}"/>
          </ac:spMkLst>
        </pc:spChg>
        <pc:spChg chg="mod">
          <ac:chgData name="" userId="" providerId="" clId="Web-{9296F112-39EA-4C16-88A0-D3DBB6267684}" dt="2026-09-23T12:45:43.228" v="8" actId="34807"/>
          <ac:spMkLst>
            <pc:docMk/>
            <pc:sldMk cId="620387571" sldId="457"/>
            <ac:spMk id="136" creationId="{1C210FC8-170F-73D0-B6BF-D66C657509CC}"/>
          </ac:spMkLst>
        </pc:spChg>
        <pc:spChg chg="mod">
          <ac:chgData name="" userId="" providerId="" clId="Web-{9296F112-39EA-4C16-88A0-D3DBB6267684}" dt="2026-09-23T12:45:43.228" v="8" actId="34807"/>
          <ac:spMkLst>
            <pc:docMk/>
            <pc:sldMk cId="620387571" sldId="457"/>
            <ac:spMk id="241" creationId="{E0D3666E-0175-B95E-98FD-D051F738356B}"/>
          </ac:spMkLst>
        </pc:spChg>
        <pc:spChg chg="add mod">
          <ac:chgData name="" userId="" providerId="" clId="Web-{9296F112-39EA-4C16-88A0-D3DBB6267684}" dt="2026-09-23T12:45:41.244" v="6" actId="34807"/>
          <ac:spMkLst>
            <pc:docMk/>
            <pc:sldMk cId="620387571" sldId="457"/>
            <ac:spMk id="472" creationId="{1ABD3718-5665-2FDC-CD79-7A9EDE016B47}"/>
          </ac:spMkLst>
        </pc:spChg>
        <pc:spChg chg="mod">
          <ac:chgData name="" userId="" providerId="" clId="Web-{9296F112-39EA-4C16-88A0-D3DBB6267684}" dt="2026-09-23T12:45:43.228" v="8" actId="34807"/>
          <ac:spMkLst>
            <pc:docMk/>
            <pc:sldMk cId="620387571" sldId="457"/>
            <ac:spMk id="862" creationId="{61256D64-6D34-7B75-C678-7E6891FA4913}"/>
          </ac:spMkLst>
        </pc:spChg>
        <pc:spChg chg="add mod">
          <ac:chgData name="" userId="" providerId="" clId="Web-{9296F112-39EA-4C16-88A0-D3DBB6267684}" dt="2026-09-23T12:45:43.228" v="8" actId="34807"/>
          <ac:spMkLst>
            <pc:docMk/>
            <pc:sldMk cId="620387571" sldId="457"/>
            <ac:spMk id="982" creationId="{59D56933-F872-59B1-6BE8-13EB91939F7A}"/>
          </ac:spMkLst>
        </pc:spChg>
        <pc:spChg chg="mod">
          <ac:chgData name="" userId="" providerId="" clId="Web-{9296F112-39EA-4C16-88A0-D3DBB6267684}" dt="2026-09-23T12:45:43.228" v="8" actId="34807"/>
          <ac:spMkLst>
            <pc:docMk/>
            <pc:sldMk cId="620387571" sldId="457"/>
            <ac:spMk id="1202" creationId="{0A2CAF51-0F44-B488-557B-2A1E9059D6A3}"/>
          </ac:spMkLst>
        </pc:spChg>
        <pc:spChg chg="add mod">
          <ac:chgData name="" userId="" providerId="" clId="Web-{9296F112-39EA-4C16-88A0-D3DBB6267684}" dt="2026-09-23T12:45:41.244" v="6" actId="34807"/>
          <ac:spMkLst>
            <pc:docMk/>
            <pc:sldMk cId="620387571" sldId="457"/>
            <ac:spMk id="1891" creationId="{0C9A9F1C-8425-C3D2-27BE-8514098AE4EA}"/>
          </ac:spMkLst>
        </pc:spChg>
        <pc:spChg chg="add mod">
          <ac:chgData name="" userId="" providerId="" clId="Web-{9296F112-39EA-4C16-88A0-D3DBB6267684}" dt="2026-09-23T12:45:41.244" v="6" actId="34807"/>
          <ac:spMkLst>
            <pc:docMk/>
            <pc:sldMk cId="620387571" sldId="457"/>
            <ac:spMk id="2074" creationId="{A42ACEFC-DAD4-D842-71FF-D318DB3E1623}"/>
          </ac:spMkLst>
        </pc:spChg>
        <pc:spChg chg="add mod">
          <ac:chgData name="" userId="" providerId="" clId="Web-{9296F112-39EA-4C16-88A0-D3DBB6267684}" dt="2026-09-23T12:45:41.244" v="6" actId="34807"/>
          <ac:spMkLst>
            <pc:docMk/>
            <pc:sldMk cId="620387571" sldId="457"/>
            <ac:spMk id="2137" creationId="{AA6F6A93-50C3-14CA-2F93-83524EEAF547}"/>
          </ac:spMkLst>
        </pc:spChg>
        <pc:spChg chg="add mod">
          <ac:chgData name="" userId="" providerId="" clId="Web-{9296F112-39EA-4C16-88A0-D3DBB6267684}" dt="2026-09-23T12:45:41.244" v="6" actId="34807"/>
          <ac:spMkLst>
            <pc:docMk/>
            <pc:sldMk cId="620387571" sldId="457"/>
            <ac:spMk id="2399" creationId="{4808F7C6-7D84-53CB-4D74-2DEE2C73DE05}"/>
          </ac:spMkLst>
        </pc:spChg>
        <pc:spChg chg="add mod">
          <ac:chgData name="" userId="" providerId="" clId="Web-{9296F112-39EA-4C16-88A0-D3DBB6267684}" dt="2026-09-23T12:45:41.244" v="6" actId="34807"/>
          <ac:spMkLst>
            <pc:docMk/>
            <pc:sldMk cId="620387571" sldId="457"/>
            <ac:spMk id="2467" creationId="{4995EF0E-F8C5-6AF5-BAB3-30951CB32E64}"/>
          </ac:spMkLst>
        </pc:spChg>
        <pc:spChg chg="mod">
          <ac:chgData name="" userId="" providerId="" clId="Web-{9296F112-39EA-4C16-88A0-D3DBB6267684}" dt="2026-09-23T12:45:43.228" v="8" actId="34807"/>
          <ac:spMkLst>
            <pc:docMk/>
            <pc:sldMk cId="620387571" sldId="457"/>
            <ac:spMk id="3524" creationId="{DB1B3090-DDB0-F7DA-85AE-DB8390A415C5}"/>
          </ac:spMkLst>
        </pc:spChg>
        <pc:spChg chg="mod">
          <ac:chgData name="" userId="" providerId="" clId="Web-{9296F112-39EA-4C16-88A0-D3DBB6267684}" dt="2026-09-23T12:45:43.228" v="8" actId="34807"/>
          <ac:spMkLst>
            <pc:docMk/>
            <pc:sldMk cId="620387571" sldId="457"/>
            <ac:spMk id="3607" creationId="{393B9039-2734-48AC-A2BC-43AA761AA061}"/>
          </ac:spMkLst>
        </pc:spChg>
        <pc:spChg chg="add mod">
          <ac:chgData name="" userId="" providerId="" clId="Web-{9296F112-39EA-4C16-88A0-D3DBB6267684}" dt="2026-09-23T12:45:41.244" v="6" actId="34807"/>
          <ac:spMkLst>
            <pc:docMk/>
            <pc:sldMk cId="620387571" sldId="457"/>
            <ac:spMk id="4037" creationId="{E1332C56-A3C7-B62F-A849-BBDB61902FE3}"/>
          </ac:spMkLst>
        </pc:spChg>
        <pc:spChg chg="add mod">
          <ac:chgData name="" userId="" providerId="" clId="Web-{9296F112-39EA-4C16-88A0-D3DBB6267684}" dt="2026-09-23T12:45:41.244" v="6" actId="34807"/>
          <ac:spMkLst>
            <pc:docMk/>
            <pc:sldMk cId="620387571" sldId="457"/>
            <ac:spMk id="4681" creationId="{7B89E839-ABAB-6B8B-049A-330614160F05}"/>
          </ac:spMkLst>
        </pc:spChg>
      </pc:sldChg>
      <pc:sldChg chg="addSp delSp modSp add mod setBg modNotesTx">
        <pc:chgData name="" userId="" providerId="" clId="Web-{9296F112-39EA-4C16-88A0-D3DBB6267684}" dt="2026-09-23T12:49:30.867" v="24" actId="34807"/>
        <pc:sldMkLst>
          <pc:docMk/>
          <pc:sldMk cId="3948622614" sldId="659"/>
        </pc:sldMkLst>
        <pc:spChg chg="add mod">
          <ac:chgData name="" userId="" providerId="" clId="Web-{9296F112-39EA-4C16-88A0-D3DBB6267684}" dt="2026-09-23T12:49:30.867" v="24" actId="34807"/>
          <ac:spMkLst>
            <pc:docMk/>
            <pc:sldMk cId="3948622614" sldId="659"/>
            <ac:spMk id="25837" creationId="{E8FA84D0-2E7C-3520-3D32-22D3538D9DE6}"/>
          </ac:spMkLst>
        </pc:spChg>
        <pc:spChg chg="add mod">
          <ac:chgData name="" userId="" providerId="" clId="Web-{9296F112-39EA-4C16-88A0-D3DBB6267684}" dt="2026-09-23T12:49:30.867" v="24" actId="34807"/>
          <ac:spMkLst>
            <pc:docMk/>
            <pc:sldMk cId="3948622614" sldId="659"/>
            <ac:spMk id="25842" creationId="{75ADD0CE-ACB7-0986-33B7-FF3178890A76}"/>
          </ac:spMkLst>
        </pc:spChg>
        <pc:spChg chg="mod">
          <ac:chgData name="" userId="" providerId="" clId="Web-{9296F112-39EA-4C16-88A0-D3DBB6267684}" dt="2026-09-23T12:49:30.867" v="24" actId="34807"/>
          <ac:spMkLst>
            <pc:docMk/>
            <pc:sldMk cId="3948622614" sldId="659"/>
            <ac:spMk id="25846" creationId="{FE970A38-A357-63C6-BF8F-2A23D5E89F71}"/>
          </ac:spMkLst>
        </pc:spChg>
        <pc:spChg chg="mod">
          <ac:chgData name="" userId="" providerId="" clId="Web-{9296F112-39EA-4C16-88A0-D3DBB6267684}" dt="2026-09-23T12:49:30.867" v="24" actId="34807"/>
          <ac:spMkLst>
            <pc:docMk/>
            <pc:sldMk cId="3948622614" sldId="659"/>
            <ac:spMk id="25851" creationId="{0CBBABBB-A139-8238-2781-712E37DF969B}"/>
          </ac:spMkLst>
        </pc:spChg>
        <pc:spChg chg="add mod">
          <ac:chgData name="" userId="" providerId="" clId="Web-{9296F112-39EA-4C16-88A0-D3DBB6267684}" dt="2026-09-23T12:49:28.882" v="22" actId="34807"/>
          <ac:spMkLst>
            <pc:docMk/>
            <pc:sldMk cId="3948622614" sldId="659"/>
            <ac:spMk id="25857" creationId="{D11ABFFD-6FC6-3686-574C-A7957684F9EA}"/>
          </ac:spMkLst>
        </pc:spChg>
        <pc:spChg chg="add mod">
          <ac:chgData name="" userId="" providerId="" clId="Web-{9296F112-39EA-4C16-88A0-D3DBB6267684}" dt="2026-09-23T12:49:28.882" v="22" actId="34807"/>
          <ac:spMkLst>
            <pc:docMk/>
            <pc:sldMk cId="3948622614" sldId="659"/>
            <ac:spMk id="26026" creationId="{682D7BE3-FB41-784D-AEF6-9E74ABA90D84}"/>
          </ac:spMkLst>
        </pc:spChg>
        <pc:spChg chg="mod">
          <ac:chgData name="" userId="" providerId="" clId="Web-{9296F112-39EA-4C16-88A0-D3DBB6267684}" dt="2026-09-23T12:49:30.867" v="24" actId="34807"/>
          <ac:spMkLst>
            <pc:docMk/>
            <pc:sldMk cId="3948622614" sldId="659"/>
            <ac:spMk id="26397" creationId="{011D4BA0-1127-58F8-1A9C-2586B3A6F783}"/>
          </ac:spMkLst>
        </pc:spChg>
        <pc:spChg chg="mod">
          <ac:chgData name="" userId="" providerId="" clId="Web-{9296F112-39EA-4C16-88A0-D3DBB6267684}" dt="2026-09-23T12:49:30.867" v="24" actId="34807"/>
          <ac:spMkLst>
            <pc:docMk/>
            <pc:sldMk cId="3948622614" sldId="659"/>
            <ac:spMk id="26826" creationId="{2FDA56E3-EDCD-2D41-D700-D0D1EB7FC7A0}"/>
          </ac:spMkLst>
        </pc:spChg>
        <pc:spChg chg="add mod">
          <ac:chgData name="" userId="" providerId="" clId="Web-{9296F112-39EA-4C16-88A0-D3DBB6267684}" dt="2026-09-23T12:49:28.882" v="22" actId="34807"/>
          <ac:spMkLst>
            <pc:docMk/>
            <pc:sldMk cId="3948622614" sldId="659"/>
            <ac:spMk id="26917" creationId="{323ADBE8-28F7-6B88-FF77-2FEB7001AC09}"/>
          </ac:spMkLst>
        </pc:spChg>
        <pc:spChg chg="add mod">
          <ac:chgData name="" userId="" providerId="" clId="Web-{9296F112-39EA-4C16-88A0-D3DBB6267684}" dt="2026-09-23T12:49:28.882" v="22" actId="34807"/>
          <ac:spMkLst>
            <pc:docMk/>
            <pc:sldMk cId="3948622614" sldId="659"/>
            <ac:spMk id="26964" creationId="{162490FB-A25C-07CA-25E1-C5CB144E7EAB}"/>
          </ac:spMkLst>
        </pc:spChg>
        <pc:spChg chg="add mod">
          <ac:chgData name="" userId="" providerId="" clId="Web-{9296F112-39EA-4C16-88A0-D3DBB6267684}" dt="2026-09-23T12:49:28.882" v="22" actId="34807"/>
          <ac:spMkLst>
            <pc:docMk/>
            <pc:sldMk cId="3948622614" sldId="659"/>
            <ac:spMk id="27214" creationId="{FFD5E748-1186-C2F7-2ABD-026A4904F235}"/>
          </ac:spMkLst>
        </pc:spChg>
      </pc:sldChg>
      <pc:sldChg chg="addSp modSp add mod setBg modNotesTx">
        <pc:chgData name="" userId="" providerId="" clId="Web-{9296F112-39EA-4C16-88A0-D3DBB6267684}" dt="2026-09-23T12:45:59.401" v="14" actId="34807"/>
        <pc:sldMkLst>
          <pc:docMk/>
          <pc:sldMk cId="343108110" sldId="862"/>
        </pc:sldMkLst>
        <pc:spChg chg="mod">
          <ac:chgData name="" userId="" providerId="" clId="Web-{9296F112-39EA-4C16-88A0-D3DBB6267684}" dt="2026-09-23T12:45:59.401" v="14" actId="34807"/>
          <ac:spMkLst>
            <pc:docMk/>
            <pc:sldMk cId="343108110" sldId="862"/>
            <ac:spMk id="6915" creationId="{5C123262-9593-B42A-A47C-DC772477BFF2}"/>
          </ac:spMkLst>
        </pc:spChg>
        <pc:spChg chg="add mod">
          <ac:chgData name="" userId="" providerId="" clId="Web-{9296F112-39EA-4C16-88A0-D3DBB6267684}" dt="2026-09-23T12:45:59.401" v="14" actId="34807"/>
          <ac:spMkLst>
            <pc:docMk/>
            <pc:sldMk cId="343108110" sldId="862"/>
            <ac:spMk id="6920" creationId="{091B3FE0-F98B-606A-701B-51C7DE6BAABC}"/>
          </ac:spMkLst>
        </pc:spChg>
        <pc:spChg chg="mod">
          <ac:chgData name="" userId="" providerId="" clId="Web-{9296F112-39EA-4C16-88A0-D3DBB6267684}" dt="2026-09-23T12:45:59.401" v="14" actId="34807"/>
          <ac:spMkLst>
            <pc:docMk/>
            <pc:sldMk cId="343108110" sldId="862"/>
            <ac:spMk id="6924" creationId="{395CD0FB-124A-0E66-7C4C-FA636E323E6D}"/>
          </ac:spMkLst>
        </pc:spChg>
        <pc:spChg chg="mod">
          <ac:chgData name="" userId="" providerId="" clId="Web-{9296F112-39EA-4C16-88A0-D3DBB6267684}" dt="2026-09-23T12:45:59.401" v="14" actId="34807"/>
          <ac:spMkLst>
            <pc:docMk/>
            <pc:sldMk cId="343108110" sldId="862"/>
            <ac:spMk id="6929" creationId="{EDCA4475-3724-565F-FB55-2E318A66FABD}"/>
          </ac:spMkLst>
        </pc:spChg>
        <pc:spChg chg="add mod">
          <ac:chgData name="" userId="" providerId="" clId="Web-{9296F112-39EA-4C16-88A0-D3DBB6267684}" dt="2026-09-23T12:45:57.948" v="12" actId="34807"/>
          <ac:spMkLst>
            <pc:docMk/>
            <pc:sldMk cId="343108110" sldId="862"/>
            <ac:spMk id="6950" creationId="{D42ACA32-2B21-6084-C06B-98F4A536EC14}"/>
          </ac:spMkLst>
        </pc:spChg>
        <pc:spChg chg="add mod">
          <ac:chgData name="" userId="" providerId="" clId="Web-{9296F112-39EA-4C16-88A0-D3DBB6267684}" dt="2026-09-23T12:45:57.948" v="12" actId="34807"/>
          <ac:spMkLst>
            <pc:docMk/>
            <pc:sldMk cId="343108110" sldId="862"/>
            <ac:spMk id="6969" creationId="{A96865C8-00AE-1CDA-78D8-F64D193741E0}"/>
          </ac:spMkLst>
        </pc:spChg>
        <pc:spChg chg="add mod">
          <ac:chgData name="" userId="" providerId="" clId="Web-{9296F112-39EA-4C16-88A0-D3DBB6267684}" dt="2026-09-23T12:45:57.948" v="12" actId="34807"/>
          <ac:spMkLst>
            <pc:docMk/>
            <pc:sldMk cId="343108110" sldId="862"/>
            <ac:spMk id="7005" creationId="{FDE4EEAE-10EF-E6FF-A359-0E8E4ED0F877}"/>
          </ac:spMkLst>
        </pc:spChg>
        <pc:spChg chg="add mod">
          <ac:chgData name="" userId="" providerId="" clId="Web-{9296F112-39EA-4C16-88A0-D3DBB6267684}" dt="2026-09-23T12:45:57.948" v="12" actId="34807"/>
          <ac:spMkLst>
            <pc:docMk/>
            <pc:sldMk cId="343108110" sldId="862"/>
            <ac:spMk id="7167" creationId="{FC8A258F-F5C9-1658-A218-039E0B03889C}"/>
          </ac:spMkLst>
        </pc:spChg>
        <pc:spChg chg="add mod">
          <ac:chgData name="" userId="" providerId="" clId="Web-{9296F112-39EA-4C16-88A0-D3DBB6267684}" dt="2026-09-23T12:45:57.948" v="12" actId="34807"/>
          <ac:spMkLst>
            <pc:docMk/>
            <pc:sldMk cId="343108110" sldId="862"/>
            <ac:spMk id="7349" creationId="{17BACF43-2CBE-53BE-D62D-6F953A3FFE05}"/>
          </ac:spMkLst>
        </pc:spChg>
        <pc:spChg chg="add mod">
          <ac:chgData name="" userId="" providerId="" clId="Web-{9296F112-39EA-4C16-88A0-D3DBB6267684}" dt="2026-09-23T12:45:57.948" v="12" actId="34807"/>
          <ac:spMkLst>
            <pc:docMk/>
            <pc:sldMk cId="343108110" sldId="862"/>
            <ac:spMk id="7379" creationId="{0C4AC62D-08E8-DF3C-73E8-C893E4A5BB7C}"/>
          </ac:spMkLst>
        </pc:spChg>
        <pc:spChg chg="add mod">
          <ac:chgData name="" userId="" providerId="" clId="Web-{9296F112-39EA-4C16-88A0-D3DBB6267684}" dt="2026-09-23T12:45:57.948" v="12" actId="34807"/>
          <ac:spMkLst>
            <pc:docMk/>
            <pc:sldMk cId="343108110" sldId="862"/>
            <ac:spMk id="7442" creationId="{274DD062-0653-4AAE-68D0-EFE4300B41A9}"/>
          </ac:spMkLst>
        </pc:spChg>
        <pc:spChg chg="mod">
          <ac:chgData name="" userId="" providerId="" clId="Web-{9296F112-39EA-4C16-88A0-D3DBB6267684}" dt="2026-09-23T12:45:59.401" v="14" actId="34807"/>
          <ac:spMkLst>
            <pc:docMk/>
            <pc:sldMk cId="343108110" sldId="862"/>
            <ac:spMk id="7475" creationId="{97D8C4FA-A3E2-ADE7-33F8-0744DD9BE38D}"/>
          </ac:spMkLst>
        </pc:spChg>
        <pc:spChg chg="add mod">
          <ac:chgData name="" userId="" providerId="" clId="Web-{9296F112-39EA-4C16-88A0-D3DBB6267684}" dt="2026-09-23T12:45:57.948" v="12" actId="34807"/>
          <ac:spMkLst>
            <pc:docMk/>
            <pc:sldMk cId="343108110" sldId="862"/>
            <ac:spMk id="7617" creationId="{1A0EE829-71BE-AC73-18B2-527359218A10}"/>
          </ac:spMkLst>
        </pc:spChg>
        <pc:spChg chg="add mod">
          <ac:chgData name="" userId="" providerId="" clId="Web-{9296F112-39EA-4C16-88A0-D3DBB6267684}" dt="2026-09-23T12:45:57.948" v="12" actId="34807"/>
          <ac:spMkLst>
            <pc:docMk/>
            <pc:sldMk cId="343108110" sldId="862"/>
            <ac:spMk id="7734" creationId="{E555E204-0D8C-A22B-46AF-A5F5D1EEE58D}"/>
          </ac:spMkLst>
        </pc:spChg>
      </pc:sldChg>
      <pc:sldChg chg="addSp modSp add mod setBg modNotesTx">
        <pc:chgData name="" userId="" providerId="" clId="Web-{9296F112-39EA-4C16-88A0-D3DBB6267684}" dt="2026-09-23T12:51:36.999" v="25" actId="34807"/>
        <pc:sldMkLst>
          <pc:docMk/>
          <pc:sldMk cId="2961734150" sldId="1066"/>
        </pc:sldMkLst>
        <pc:spChg chg="mod">
          <ac:chgData name="" userId="" providerId="" clId="Web-{9296F112-39EA-4C16-88A0-D3DBB6267684}" dt="2026-09-23T12:46:09.089" v="17" actId="34807"/>
          <ac:spMkLst>
            <pc:docMk/>
            <pc:sldMk cId="2961734150" sldId="1066"/>
            <ac:spMk id="7950" creationId="{3EAAE0F9-D16E-0D37-D92A-A95C11F30CC8}"/>
          </ac:spMkLst>
        </pc:spChg>
        <pc:spChg chg="mod">
          <ac:chgData name="" userId="" providerId="" clId="Web-{9296F112-39EA-4C16-88A0-D3DBB6267684}" dt="2026-09-23T12:46:09.089" v="17" actId="34807"/>
          <ac:spMkLst>
            <pc:docMk/>
            <pc:sldMk cId="2961734150" sldId="1066"/>
            <ac:spMk id="7955" creationId="{85FAD62F-E546-5B4F-A237-B2F943665F50}"/>
          </ac:spMkLst>
        </pc:spChg>
        <pc:spChg chg="mod">
          <ac:chgData name="" userId="" providerId="" clId="Web-{9296F112-39EA-4C16-88A0-D3DBB6267684}" dt="2026-09-23T12:46:09.089" v="17" actId="34807"/>
          <ac:spMkLst>
            <pc:docMk/>
            <pc:sldMk cId="2961734150" sldId="1066"/>
            <ac:spMk id="7959" creationId="{30D0F975-C99E-418E-00ED-C489F7BC674B}"/>
          </ac:spMkLst>
        </pc:spChg>
        <pc:spChg chg="mod">
          <ac:chgData name="" userId="" providerId="" clId="Web-{9296F112-39EA-4C16-88A0-D3DBB6267684}" dt="2026-09-23T12:46:09.089" v="17" actId="34807"/>
          <ac:spMkLst>
            <pc:docMk/>
            <pc:sldMk cId="2961734150" sldId="1066"/>
            <ac:spMk id="7964" creationId="{0B84A685-2B4E-CA8B-CC72-6B44D9387E6C}"/>
          </ac:spMkLst>
        </pc:spChg>
        <pc:spChg chg="add mod">
          <ac:chgData name="" userId="" providerId="" clId="Web-{9296F112-39EA-4C16-88A0-D3DBB6267684}" dt="2026-09-23T12:46:06.620" v="15" actId="34807"/>
          <ac:spMkLst>
            <pc:docMk/>
            <pc:sldMk cId="2961734150" sldId="1066"/>
            <ac:spMk id="7970" creationId="{D8CA4607-9BAA-62D9-E0C5-991C16173BF3}"/>
          </ac:spMkLst>
        </pc:spChg>
        <pc:spChg chg="add mod">
          <ac:chgData name="" userId="" providerId="" clId="Web-{9296F112-39EA-4C16-88A0-D3DBB6267684}" dt="2026-09-23T12:46:06.620" v="15" actId="34807"/>
          <ac:spMkLst>
            <pc:docMk/>
            <pc:sldMk cId="2961734150" sldId="1066"/>
            <ac:spMk id="8225" creationId="{2FDF3AB7-F29C-5CA5-CC9D-060F84E60D4F}"/>
          </ac:spMkLst>
        </pc:spChg>
        <pc:spChg chg="add mod">
          <ac:chgData name="" userId="" providerId="" clId="Web-{9296F112-39EA-4C16-88A0-D3DBB6267684}" dt="2026-09-23T12:46:06.620" v="15" actId="34807"/>
          <ac:spMkLst>
            <pc:docMk/>
            <pc:sldMk cId="2961734150" sldId="1066"/>
            <ac:spMk id="8355" creationId="{9E827355-EDE7-1D9A-620D-5A93D2BE5A81}"/>
          </ac:spMkLst>
        </pc:spChg>
        <pc:spChg chg="add mod">
          <ac:chgData name="" userId="" providerId="" clId="Web-{9296F112-39EA-4C16-88A0-D3DBB6267684}" dt="2026-09-23T12:46:06.620" v="15" actId="34807"/>
          <ac:spMkLst>
            <pc:docMk/>
            <pc:sldMk cId="2961734150" sldId="1066"/>
            <ac:spMk id="10094" creationId="{581A4532-74E2-7B2D-71A4-EA0CC2FE0E31}"/>
          </ac:spMkLst>
        </pc:spChg>
        <pc:spChg chg="add mod">
          <ac:chgData name="" userId="" providerId="" clId="Web-{9296F112-39EA-4C16-88A0-D3DBB6267684}" dt="2026-09-23T12:46:06.620" v="15" actId="34807"/>
          <ac:spMkLst>
            <pc:docMk/>
            <pc:sldMk cId="2961734150" sldId="1066"/>
            <ac:spMk id="10875" creationId="{FFF6F213-E7EA-4BC8-5A58-A8F07DB925C6}"/>
          </ac:spMkLst>
        </pc:spChg>
        <pc:spChg chg="add mod">
          <ac:chgData name="" userId="" providerId="" clId="Web-{9296F112-39EA-4C16-88A0-D3DBB6267684}" dt="2026-09-23T12:46:06.620" v="15" actId="34807"/>
          <ac:spMkLst>
            <pc:docMk/>
            <pc:sldMk cId="2961734150" sldId="1066"/>
            <ac:spMk id="14970" creationId="{DA19E6D5-FB7B-7FC0-C65D-FC0FB26F618A}"/>
          </ac:spMkLst>
        </pc:spChg>
        <pc:spChg chg="add mod">
          <ac:chgData name="" userId="" providerId="" clId="Web-{9296F112-39EA-4C16-88A0-D3DBB6267684}" dt="2026-09-23T12:46:06.620" v="15" actId="34807"/>
          <ac:spMkLst>
            <pc:docMk/>
            <pc:sldMk cId="2961734150" sldId="1066"/>
            <ac:spMk id="16464" creationId="{91DD6399-AA36-CE2A-CF19-30DF3238ACE6}"/>
          </ac:spMkLst>
        </pc:spChg>
        <pc:spChg chg="add mod">
          <ac:chgData name="" userId="" providerId="" clId="Web-{9296F112-39EA-4C16-88A0-D3DBB6267684}" dt="2026-09-23T12:46:06.620" v="15" actId="34807"/>
          <ac:spMkLst>
            <pc:docMk/>
            <pc:sldMk cId="2961734150" sldId="1066"/>
            <ac:spMk id="16860" creationId="{382E7054-F4CF-FFCD-4D66-8696F49A4518}"/>
          </ac:spMkLst>
        </pc:spChg>
        <pc:spChg chg="add mod">
          <ac:chgData name="" userId="" providerId="" clId="Web-{9296F112-39EA-4C16-88A0-D3DBB6267684}" dt="2026-09-23T12:46:06.620" v="15" actId="34807"/>
          <ac:spMkLst>
            <pc:docMk/>
            <pc:sldMk cId="2961734150" sldId="1066"/>
            <ac:spMk id="23174" creationId="{CB8844CC-A924-6675-9192-D6417D5B3BF1}"/>
          </ac:spMkLst>
        </pc:spChg>
        <pc:spChg chg="add mod">
          <ac:chgData name="" userId="" providerId="" clId="Web-{9296F112-39EA-4C16-88A0-D3DBB6267684}" dt="2026-09-23T12:46:06.620" v="15" actId="34807"/>
          <ac:spMkLst>
            <pc:docMk/>
            <pc:sldMk cId="2961734150" sldId="1066"/>
            <ac:spMk id="24969" creationId="{1668BEFB-B3C1-FFDF-0B1F-ADA994124DE0}"/>
          </ac:spMkLst>
        </pc:spChg>
        <pc:spChg chg="mod">
          <ac:chgData name="" userId="" providerId="" clId="Web-{9296F112-39EA-4C16-88A0-D3DBB6267684}" dt="2026-09-23T12:46:09.089" v="17" actId="34807"/>
          <ac:spMkLst>
            <pc:docMk/>
            <pc:sldMk cId="2961734150" sldId="1066"/>
            <ac:spMk id="25340" creationId="{004FCCAB-19FB-8B6C-E8BF-9209A69C4D7F}"/>
          </ac:spMkLst>
        </pc:spChg>
      </pc:sldChg>
      <pc:sldChg chg="addSp modSp add mod setBg modNotesTx">
        <pc:chgData name="" userId="" providerId="" clId="Web-{9296F112-39EA-4C16-88A0-D3DBB6267684}" dt="2026-09-23T12:51:36.999" v="25" actId="34807"/>
        <pc:sldMkLst>
          <pc:docMk/>
          <pc:sldMk cId="400761626" sldId="1271"/>
        </pc:sldMkLst>
        <pc:spChg chg="mod">
          <ac:chgData name="" userId="" providerId="" clId="Web-{9296F112-39EA-4C16-88A0-D3DBB6267684}" dt="2026-09-23T12:46:18.496" v="20" actId="34807"/>
          <ac:spMkLst>
            <pc:docMk/>
            <pc:sldMk cId="400761626" sldId="1271"/>
            <ac:spMk id="25341" creationId="{3AA96B58-DBB6-45F3-9F82-27F646F1D616}"/>
          </ac:spMkLst>
        </pc:spChg>
        <pc:spChg chg="add mod">
          <ac:chgData name="" userId="" providerId="" clId="Web-{9296F112-39EA-4C16-88A0-D3DBB6267684}" dt="2026-09-23T12:46:18.496" v="20" actId="34807"/>
          <ac:spMkLst>
            <pc:docMk/>
            <pc:sldMk cId="400761626" sldId="1271"/>
            <ac:spMk id="25346" creationId="{A80BEF5D-67BF-037B-9A65-59D95AD9DEA4}"/>
          </ac:spMkLst>
        </pc:spChg>
        <pc:spChg chg="add mod">
          <ac:chgData name="" userId="" providerId="" clId="Web-{9296F112-39EA-4C16-88A0-D3DBB6267684}" dt="2026-09-23T12:46:18.496" v="20" actId="34807"/>
          <ac:spMkLst>
            <pc:docMk/>
            <pc:sldMk cId="400761626" sldId="1271"/>
            <ac:spMk id="25350" creationId="{31EB7A6D-645E-123B-D4D9-AC511362B496}"/>
          </ac:spMkLst>
        </pc:spChg>
        <pc:spChg chg="mod">
          <ac:chgData name="" userId="" providerId="" clId="Web-{9296F112-39EA-4C16-88A0-D3DBB6267684}" dt="2026-09-23T12:46:18.496" v="20" actId="34807"/>
          <ac:spMkLst>
            <pc:docMk/>
            <pc:sldMk cId="400761626" sldId="1271"/>
            <ac:spMk id="25355" creationId="{D5AABE06-44C7-BDF7-4876-C78DE9DC82B9}"/>
          </ac:spMkLst>
        </pc:spChg>
        <pc:spChg chg="add mod">
          <ac:chgData name="" userId="" providerId="" clId="Web-{9296F112-39EA-4C16-88A0-D3DBB6267684}" dt="2026-09-23T12:46:17.136" v="18" actId="34807"/>
          <ac:spMkLst>
            <pc:docMk/>
            <pc:sldMk cId="400761626" sldId="1271"/>
            <ac:spMk id="25361" creationId="{6D3F278D-4C46-CF7D-2EF4-6BA4D7BFAF1C}"/>
          </ac:spMkLst>
        </pc:spChg>
        <pc:spChg chg="add mod">
          <ac:chgData name="" userId="" providerId="" clId="Web-{9296F112-39EA-4C16-88A0-D3DBB6267684}" dt="2026-09-23T12:46:17.136" v="18" actId="34807"/>
          <ac:spMkLst>
            <pc:docMk/>
            <pc:sldMk cId="400761626" sldId="1271"/>
            <ac:spMk id="25406" creationId="{0E4F5AA6-8DD4-D6A2-FE85-C0F224A0F8C5}"/>
          </ac:spMkLst>
        </pc:spChg>
        <pc:spChg chg="add mod">
          <ac:chgData name="" userId="" providerId="" clId="Web-{9296F112-39EA-4C16-88A0-D3DBB6267684}" dt="2026-09-23T12:46:17.136" v="18" actId="34807"/>
          <ac:spMkLst>
            <pc:docMk/>
            <pc:sldMk cId="400761626" sldId="1271"/>
            <ac:spMk id="25445" creationId="{73C44E5C-A16F-A218-FCCB-B08C015456CC}"/>
          </ac:spMkLst>
        </pc:spChg>
        <pc:spChg chg="add mod">
          <ac:chgData name="" userId="" providerId="" clId="Web-{9296F112-39EA-4C16-88A0-D3DBB6267684}" dt="2026-09-23T12:46:17.136" v="18" actId="34807"/>
          <ac:spMkLst>
            <pc:docMk/>
            <pc:sldMk cId="400761626" sldId="1271"/>
            <ac:spMk id="25493" creationId="{C349E899-7E9B-A92A-BDC4-7B5190511BD6}"/>
          </ac:spMkLst>
        </pc:spChg>
        <pc:spChg chg="add mod">
          <ac:chgData name="" userId="" providerId="" clId="Web-{9296F112-39EA-4C16-88A0-D3DBB6267684}" dt="2026-09-23T12:46:17.136" v="18" actId="34807"/>
          <ac:spMkLst>
            <pc:docMk/>
            <pc:sldMk cId="400761626" sldId="1271"/>
            <ac:spMk id="25530" creationId="{33023ABF-5A98-09FC-61BA-8FF19FB9D86B}"/>
          </ac:spMkLst>
        </pc:spChg>
        <pc:spChg chg="add mod">
          <ac:chgData name="" userId="" providerId="" clId="Web-{9296F112-39EA-4C16-88A0-D3DBB6267684}" dt="2026-09-23T12:46:17.136" v="18" actId="34807"/>
          <ac:spMkLst>
            <pc:docMk/>
            <pc:sldMk cId="400761626" sldId="1271"/>
            <ac:spMk id="25640" creationId="{B38814C9-DD11-AE0D-BF4F-57B92AB685A6}"/>
          </ac:spMkLst>
        </pc:spChg>
        <pc:spChg chg="add mod">
          <ac:chgData name="" userId="" providerId="" clId="Web-{9296F112-39EA-4C16-88A0-D3DBB6267684}" dt="2026-09-23T12:46:17.136" v="18" actId="34807"/>
          <ac:spMkLst>
            <pc:docMk/>
            <pc:sldMk cId="400761626" sldId="1271"/>
            <ac:spMk id="25746" creationId="{6646A15B-FD6C-FC89-3846-8726C0E99576}"/>
          </ac:spMkLst>
        </pc:spChg>
        <pc:spChg chg="add mod">
          <ac:chgData name="" userId="" providerId="" clId="Web-{9296F112-39EA-4C16-88A0-D3DBB6267684}" dt="2026-09-23T12:46:17.136" v="18" actId="34807"/>
          <ac:spMkLst>
            <pc:docMk/>
            <pc:sldMk cId="400761626" sldId="1271"/>
            <ac:spMk id="25775" creationId="{8095C382-0D52-A99F-21E1-C0E2DD05FF85}"/>
          </ac:spMkLst>
        </pc:spChg>
      </pc:sldChg>
      <pc:sldMasterChg chg="modSp modSldLayout">
        <pc:chgData name="" userId="" providerId="" clId="Web-{9296F112-39EA-4C16-88A0-D3DBB6267684}" dt="2026-09-23T12:41:10.196" v="0" actId="34807"/>
        <pc:sldMasterMkLst>
          <pc:docMk/>
          <pc:sldMasterMk cId="2209977519" sldId="2147483648"/>
        </pc:sldMasterMkLst>
        <pc:spChg chg="mod">
          <ac:chgData name="" userId="" providerId="" clId="Web-{9296F112-39EA-4C16-88A0-D3DBB6267684}" dt="2026-09-23T12:41:10.196" v="0" actId="34807"/>
          <ac:spMkLst>
            <pc:docMk/>
            <pc:sldMasterMk cId="2209977519" sldId="2147483648"/>
            <ac:spMk id="2" creationId="{00000000-0000-0000-0000-000000000000}"/>
          </ac:spMkLst>
        </pc:spChg>
        <pc:spChg chg="mod">
          <ac:chgData name="" userId="" providerId="" clId="Web-{9296F112-39EA-4C16-88A0-D3DBB6267684}" dt="2026-09-23T12:41:10.196" v="0" actId="34807"/>
          <ac:spMkLst>
            <pc:docMk/>
            <pc:sldMasterMk cId="2209977519" sldId="2147483648"/>
            <ac:spMk id="3" creationId="{00000000-0000-0000-0000-000000000000}"/>
          </ac:spMkLst>
        </pc:spChg>
        <pc:spChg chg="mod">
          <ac:chgData name="" userId="" providerId="" clId="Web-{9296F112-39EA-4C16-88A0-D3DBB6267684}" dt="2026-09-23T12:41:10.196" v="0" actId="34807"/>
          <ac:spMkLst>
            <pc:docMk/>
            <pc:sldMasterMk cId="2209977519" sldId="2147483648"/>
            <ac:spMk id="4" creationId="{00000000-0000-0000-0000-000000000000}"/>
          </ac:spMkLst>
        </pc:spChg>
        <pc:spChg chg="mod">
          <ac:chgData name="" userId="" providerId="" clId="Web-{9296F112-39EA-4C16-88A0-D3DBB6267684}" dt="2026-09-23T12:41:10.196" v="0" actId="34807"/>
          <ac:spMkLst>
            <pc:docMk/>
            <pc:sldMasterMk cId="2209977519" sldId="2147483648"/>
            <ac:spMk id="5" creationId="{00000000-0000-0000-0000-000000000000}"/>
          </ac:spMkLst>
        </pc:spChg>
        <pc:spChg chg="mod">
          <ac:chgData name="" userId="" providerId="" clId="Web-{9296F112-39EA-4C16-88A0-D3DBB6267684}" dt="2026-09-23T12:41:10.196" v="0" actId="34807"/>
          <ac:spMkLst>
            <pc:docMk/>
            <pc:sldMasterMk cId="2209977519" sldId="2147483648"/>
            <ac:spMk id="6" creationId="{00000000-0000-0000-0000-000000000000}"/>
          </ac:spMkLst>
        </pc:spChg>
        <pc:sldLayoutChg chg="modSp">
          <pc:chgData name="" userId="" providerId="" clId="Web-{9296F112-39EA-4C16-88A0-D3DBB6267684}" dt="2026-09-23T12:41:10.196" v="0" actId="34807"/>
          <pc:sldLayoutMkLst>
            <pc:docMk/>
            <pc:sldMasterMk cId="2209977519" sldId="2147483648"/>
            <pc:sldLayoutMk cId="3168075583" sldId="2147483649"/>
          </pc:sldLayoutMkLst>
          <pc:spChg chg="mod">
            <ac:chgData name="" userId="" providerId="" clId="Web-{9296F112-39EA-4C16-88A0-D3DBB6267684}" dt="2026-09-23T12:41:10.196" v="0" actId="34807"/>
            <ac:spMkLst>
              <pc:docMk/>
              <pc:sldMasterMk cId="2209977519" sldId="2147483648"/>
              <pc:sldLayoutMk cId="3168075583" sldId="2147483649"/>
              <ac:spMk id="2" creationId="{00000000-0000-0000-0000-000000000000}"/>
            </ac:spMkLst>
          </pc:spChg>
          <pc:spChg chg="mod">
            <ac:chgData name="" userId="" providerId="" clId="Web-{9296F112-39EA-4C16-88A0-D3DBB6267684}" dt="2026-09-23T12:41:10.196" v="0" actId="34807"/>
            <ac:spMkLst>
              <pc:docMk/>
              <pc:sldMasterMk cId="2209977519" sldId="2147483648"/>
              <pc:sldLayoutMk cId="3168075583" sldId="2147483649"/>
              <ac:spMk id="3" creationId="{00000000-0000-0000-0000-000000000000}"/>
            </ac:spMkLst>
          </pc:spChg>
        </pc:sldLayoutChg>
        <pc:sldLayoutChg chg="modSp">
          <pc:chgData name="" userId="" providerId="" clId="Web-{9296F112-39EA-4C16-88A0-D3DBB6267684}" dt="2026-09-23T12:41:10.196" v="0" actId="34807"/>
          <pc:sldLayoutMkLst>
            <pc:docMk/>
            <pc:sldMasterMk cId="2209977519" sldId="2147483648"/>
            <pc:sldLayoutMk cId="960648375" sldId="2147483651"/>
          </pc:sldLayoutMkLst>
          <pc:spChg chg="mod">
            <ac:chgData name="" userId="" providerId="" clId="Web-{9296F112-39EA-4C16-88A0-D3DBB6267684}" dt="2026-09-23T12:41:10.196" v="0" actId="34807"/>
            <ac:spMkLst>
              <pc:docMk/>
              <pc:sldMasterMk cId="2209977519" sldId="2147483648"/>
              <pc:sldLayoutMk cId="960648375" sldId="2147483651"/>
              <ac:spMk id="2" creationId="{00000000-0000-0000-0000-000000000000}"/>
            </ac:spMkLst>
          </pc:spChg>
          <pc:spChg chg="mod">
            <ac:chgData name="" userId="" providerId="" clId="Web-{9296F112-39EA-4C16-88A0-D3DBB6267684}" dt="2026-09-23T12:41:10.196" v="0" actId="34807"/>
            <ac:spMkLst>
              <pc:docMk/>
              <pc:sldMasterMk cId="2209977519" sldId="2147483648"/>
              <pc:sldLayoutMk cId="960648375" sldId="2147483651"/>
              <ac:spMk id="3" creationId="{00000000-0000-0000-0000-000000000000}"/>
            </ac:spMkLst>
          </pc:spChg>
        </pc:sldLayoutChg>
        <pc:sldLayoutChg chg="modSp">
          <pc:chgData name="" userId="" providerId="" clId="Web-{9296F112-39EA-4C16-88A0-D3DBB6267684}" dt="2026-09-23T12:41:10.196" v="0" actId="34807"/>
          <pc:sldLayoutMkLst>
            <pc:docMk/>
            <pc:sldMasterMk cId="2209977519" sldId="2147483648"/>
            <pc:sldLayoutMk cId="2782244947" sldId="2147483652"/>
          </pc:sldLayoutMkLst>
          <pc:spChg chg="mod">
            <ac:chgData name="" userId="" providerId="" clId="Web-{9296F112-39EA-4C16-88A0-D3DBB6267684}" dt="2026-09-23T12:41:10.196" v="0" actId="34807"/>
            <ac:spMkLst>
              <pc:docMk/>
              <pc:sldMasterMk cId="2209977519" sldId="2147483648"/>
              <pc:sldLayoutMk cId="2782244947" sldId="2147483652"/>
              <ac:spMk id="3" creationId="{00000000-0000-0000-0000-000000000000}"/>
            </ac:spMkLst>
          </pc:spChg>
          <pc:spChg chg="mod">
            <ac:chgData name="" userId="" providerId="" clId="Web-{9296F112-39EA-4C16-88A0-D3DBB6267684}" dt="2026-09-23T12:41:10.196" v="0" actId="34807"/>
            <ac:spMkLst>
              <pc:docMk/>
              <pc:sldMasterMk cId="2209977519" sldId="2147483648"/>
              <pc:sldLayoutMk cId="2782244947" sldId="2147483652"/>
              <ac:spMk id="4" creationId="{00000000-0000-0000-0000-000000000000}"/>
            </ac:spMkLst>
          </pc:spChg>
        </pc:sldLayoutChg>
        <pc:sldLayoutChg chg="modSp">
          <pc:chgData name="" userId="" providerId="" clId="Web-{9296F112-39EA-4C16-88A0-D3DBB6267684}" dt="2026-09-23T12:41:10.196" v="0" actId="34807"/>
          <pc:sldLayoutMkLst>
            <pc:docMk/>
            <pc:sldMasterMk cId="2209977519" sldId="2147483648"/>
            <pc:sldLayoutMk cId="990158736" sldId="2147483653"/>
          </pc:sldLayoutMkLst>
          <pc:spChg chg="mod">
            <ac:chgData name="" userId="" providerId="" clId="Web-{9296F112-39EA-4C16-88A0-D3DBB6267684}" dt="2026-09-23T12:41:10.196" v="0" actId="34807"/>
            <ac:spMkLst>
              <pc:docMk/>
              <pc:sldMasterMk cId="2209977519" sldId="2147483648"/>
              <pc:sldLayoutMk cId="990158736" sldId="2147483653"/>
              <ac:spMk id="3" creationId="{00000000-0000-0000-0000-000000000000}"/>
            </ac:spMkLst>
          </pc:spChg>
          <pc:spChg chg="mod">
            <ac:chgData name="" userId="" providerId="" clId="Web-{9296F112-39EA-4C16-88A0-D3DBB6267684}" dt="2026-09-23T12:41:10.196" v="0" actId="34807"/>
            <ac:spMkLst>
              <pc:docMk/>
              <pc:sldMasterMk cId="2209977519" sldId="2147483648"/>
              <pc:sldLayoutMk cId="990158736" sldId="2147483653"/>
              <ac:spMk id="4" creationId="{00000000-0000-0000-0000-000000000000}"/>
            </ac:spMkLst>
          </pc:spChg>
          <pc:spChg chg="mod">
            <ac:chgData name="" userId="" providerId="" clId="Web-{9296F112-39EA-4C16-88A0-D3DBB6267684}" dt="2026-09-23T12:41:10.196" v="0" actId="34807"/>
            <ac:spMkLst>
              <pc:docMk/>
              <pc:sldMasterMk cId="2209977519" sldId="2147483648"/>
              <pc:sldLayoutMk cId="990158736" sldId="2147483653"/>
              <ac:spMk id="5" creationId="{00000000-0000-0000-0000-000000000000}"/>
            </ac:spMkLst>
          </pc:spChg>
          <pc:spChg chg="mod">
            <ac:chgData name="" userId="" providerId="" clId="Web-{9296F112-39EA-4C16-88A0-D3DBB6267684}" dt="2026-09-23T12:41:10.196" v="0" actId="34807"/>
            <ac:spMkLst>
              <pc:docMk/>
              <pc:sldMasterMk cId="2209977519" sldId="2147483648"/>
              <pc:sldLayoutMk cId="990158736" sldId="2147483653"/>
              <ac:spMk id="6" creationId="{00000000-0000-0000-0000-000000000000}"/>
            </ac:spMkLst>
          </pc:spChg>
        </pc:sldLayoutChg>
        <pc:sldLayoutChg chg="modSp">
          <pc:chgData name="" userId="" providerId="" clId="Web-{9296F112-39EA-4C16-88A0-D3DBB6267684}" dt="2026-09-23T12:41:10.196" v="0" actId="34807"/>
          <pc:sldLayoutMkLst>
            <pc:docMk/>
            <pc:sldMasterMk cId="2209977519" sldId="2147483648"/>
            <pc:sldLayoutMk cId="1840726560" sldId="2147483656"/>
          </pc:sldLayoutMkLst>
          <pc:spChg chg="mod">
            <ac:chgData name="" userId="" providerId="" clId="Web-{9296F112-39EA-4C16-88A0-D3DBB6267684}" dt="2026-09-23T12:41:10.196" v="0" actId="34807"/>
            <ac:spMkLst>
              <pc:docMk/>
              <pc:sldMasterMk cId="2209977519" sldId="2147483648"/>
              <pc:sldLayoutMk cId="1840726560" sldId="2147483656"/>
              <ac:spMk id="2" creationId="{00000000-0000-0000-0000-000000000000}"/>
            </ac:spMkLst>
          </pc:spChg>
          <pc:spChg chg="mod">
            <ac:chgData name="" userId="" providerId="" clId="Web-{9296F112-39EA-4C16-88A0-D3DBB6267684}" dt="2026-09-23T12:41:10.196" v="0" actId="34807"/>
            <ac:spMkLst>
              <pc:docMk/>
              <pc:sldMasterMk cId="2209977519" sldId="2147483648"/>
              <pc:sldLayoutMk cId="1840726560" sldId="2147483656"/>
              <ac:spMk id="3" creationId="{00000000-0000-0000-0000-000000000000}"/>
            </ac:spMkLst>
          </pc:spChg>
          <pc:spChg chg="mod">
            <ac:chgData name="" userId="" providerId="" clId="Web-{9296F112-39EA-4C16-88A0-D3DBB6267684}" dt="2026-09-23T12:41:10.196" v="0" actId="34807"/>
            <ac:spMkLst>
              <pc:docMk/>
              <pc:sldMasterMk cId="2209977519" sldId="2147483648"/>
              <pc:sldLayoutMk cId="1840726560" sldId="2147483656"/>
              <ac:spMk id="4" creationId="{00000000-0000-0000-0000-000000000000}"/>
            </ac:spMkLst>
          </pc:spChg>
        </pc:sldLayoutChg>
        <pc:sldLayoutChg chg="modSp">
          <pc:chgData name="" userId="" providerId="" clId="Web-{9296F112-39EA-4C16-88A0-D3DBB6267684}" dt="2026-09-23T12:41:10.196" v="0" actId="34807"/>
          <pc:sldLayoutMkLst>
            <pc:docMk/>
            <pc:sldMasterMk cId="2209977519" sldId="2147483648"/>
            <pc:sldLayoutMk cId="3889236939" sldId="2147483657"/>
          </pc:sldLayoutMkLst>
          <pc:spChg chg="mod">
            <ac:chgData name="" userId="" providerId="" clId="Web-{9296F112-39EA-4C16-88A0-D3DBB6267684}" dt="2026-09-23T12:41:10.196" v="0" actId="34807"/>
            <ac:spMkLst>
              <pc:docMk/>
              <pc:sldMasterMk cId="2209977519" sldId="2147483648"/>
              <pc:sldLayoutMk cId="3889236939" sldId="2147483657"/>
              <ac:spMk id="2" creationId="{00000000-0000-0000-0000-000000000000}"/>
            </ac:spMkLst>
          </pc:spChg>
          <pc:spChg chg="mod">
            <ac:chgData name="" userId="" providerId="" clId="Web-{9296F112-39EA-4C16-88A0-D3DBB6267684}" dt="2026-09-23T12:41:10.196" v="0" actId="34807"/>
            <ac:spMkLst>
              <pc:docMk/>
              <pc:sldMasterMk cId="2209977519" sldId="2147483648"/>
              <pc:sldLayoutMk cId="3889236939" sldId="2147483657"/>
              <ac:spMk id="3" creationId="{00000000-0000-0000-0000-000000000000}"/>
            </ac:spMkLst>
          </pc:spChg>
          <pc:spChg chg="mod">
            <ac:chgData name="" userId="" providerId="" clId="Web-{9296F112-39EA-4C16-88A0-D3DBB6267684}" dt="2026-09-23T12:41:10.196" v="0" actId="34807"/>
            <ac:spMkLst>
              <pc:docMk/>
              <pc:sldMasterMk cId="2209977519" sldId="2147483648"/>
              <pc:sldLayoutMk cId="3889236939" sldId="2147483657"/>
              <ac:spMk id="4" creationId="{00000000-0000-0000-0000-000000000000}"/>
            </ac:spMkLst>
          </pc:spChg>
        </pc:sldLayoutChg>
        <pc:sldLayoutChg chg="modSp">
          <pc:chgData name="" userId="" providerId="" clId="Web-{9296F112-39EA-4C16-88A0-D3DBB6267684}" dt="2026-09-23T12:41:10.196" v="0" actId="34807"/>
          <pc:sldLayoutMkLst>
            <pc:docMk/>
            <pc:sldMasterMk cId="2209977519" sldId="2147483648"/>
            <pc:sldLayoutMk cId="3612223792" sldId="2147483659"/>
          </pc:sldLayoutMkLst>
          <pc:spChg chg="mod">
            <ac:chgData name="" userId="" providerId="" clId="Web-{9296F112-39EA-4C16-88A0-D3DBB6267684}" dt="2026-09-23T12:41:10.196" v="0" actId="34807"/>
            <ac:spMkLst>
              <pc:docMk/>
              <pc:sldMasterMk cId="2209977519" sldId="2147483648"/>
              <pc:sldLayoutMk cId="3612223792" sldId="2147483659"/>
              <ac:spMk id="2" creationId="{00000000-0000-0000-0000-000000000000}"/>
            </ac:spMkLst>
          </pc:spChg>
          <pc:spChg chg="mod">
            <ac:chgData name="" userId="" providerId="" clId="Web-{9296F112-39EA-4C16-88A0-D3DBB6267684}" dt="2026-09-23T12:41:10.196" v="0" actId="34807"/>
            <ac:spMkLst>
              <pc:docMk/>
              <pc:sldMasterMk cId="2209977519" sldId="2147483648"/>
              <pc:sldLayoutMk cId="3612223792" sldId="2147483659"/>
              <ac:spMk id="3"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0D1257-65BD-4E6F-8B07-C1EECB89DBB0}" type="datetimeFigureOut">
              <a:t>10/14/2026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B7A5A9-30A0-42CB-9024-6085AE52CFF2}" type="slidenum">
              <a:t>‹#›</a:t>
            </a:fld>
            <a:endParaRPr lang="en-US"/>
          </a:p>
        </p:txBody>
      </p:sp>
    </p:spTree>
    <p:extLst>
      <p:ext uri="{BB962C8B-B14F-4D97-AF65-F5344CB8AC3E}">
        <p14:creationId xmlns:p14="http://schemas.microsoft.com/office/powerpoint/2010/main" val="3248804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session covers prompt caching in Azure OpenAI, in Microsoft Foundry Models: reduced latency and cost for prompts with identical leading content.
The core idea is that prompt caching is not a provisioned resource; it is a property of how the prompt is constructed. The service retains the token computations produced while reading the input, so the identical leading tokens of a prompt, the prefix, are not processed again on subsequent requests.
The cover figure states the mechanism: the identical prefix is reused across calls, and only the new input is processed on each request.
This deck is the twenty-minute cut of a longer deep dive: six slides, the same verified facts, and no rates.
Two points are not stated on the slide. Prompt caching is enabled by default for supported models, and it changes nothing about output content beyond latency and cost.
Two scope limits should be established early: caching does not apply to short prompts, and it does not apply where the leading tokens change on every request.
We begin with the definitions and the position of the prompt cache in the request path.
We then examine cache eligibility and matching.
The third part covers the configuration options.
The fourth part covers limits, monitoring and data boundaries.
We close with the comparison between prompt caching and semantic caching.
The backing page in the official documentation is https://learn.microsoft.com/en-us/azure/foundry/openai/how-to/prompt-caching.
A common question is whether prompt caching requires enablement. It does not: it is enabled by default for supported models, and the work is in prompt structure, not configuration.
The overall narrative is simple: prompt caching is already on for supported models, and the benefit depends on how the prompt is built.</a:t>
            </a:r>
          </a:p>
        </p:txBody>
      </p:sp>
      <p:sp>
        <p:nvSpPr>
          <p:cNvPr id="4" name="Slide Number Placeholder 3"/>
          <p:cNvSpPr>
            <a:spLocks noGrp="1"/>
          </p:cNvSpPr>
          <p:nvPr>
            <p:ph type="sldNum" sz="quarter" idx="5"/>
          </p:nvPr>
        </p:nvSpPr>
        <p:spPr/>
        <p:txBody>
          <a:bodyPr/>
          <a:lstStyle/>
          <a:p>
            <a:fld id="{6DB7A5A9-30A0-42CB-9024-6085AE52CFF2}" type="slidenum">
              <a:t>1</a:t>
            </a:fld>
            <a:endParaRPr lang="en-US"/>
          </a:p>
        </p:txBody>
      </p:sp>
    </p:spTree>
    <p:extLst>
      <p:ext uri="{BB962C8B-B14F-4D97-AF65-F5344CB8AC3E}">
        <p14:creationId xmlns:p14="http://schemas.microsoft.com/office/powerpoint/2010/main" val="421749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what prompt caching is and where the prompt cache sits within the request path. Read the diagram from left to right.
The core idea is that there is no cache resource to create, size or flush. The cache is influenced only through prompt structure.
First, the definitions.
Prompt caching reduces request latency and cost for prompts with identical content at the beginning, and it is enabled by default for supported models. The prompt is the full input sent with a chat completion or response request: instructions, tool definitions, examples and prior conversation turns. The prefix is the leading portion of the rendered prompt, and caching applies to the prefix that is identical across requests. A cache hit is a match between a prompt's token computations and current cache content, and output content is unchanged by caching.
Second, the client application and the gateway.
The customer-owned client application calls the deployment, optionally through Azure API Management acting as an AI gateway. A gateway does not add prompt caching; what a gateway adds is semantic caching, covered on the final slide.
Third, the deployment.
The deployment is either Standard pay-as-you-go or Provisioned Throughput managed, PTU-M.
Fourth, the model serving machine.
The request lands on a single model serving machine, and the prompt cache resides on that machine. The cache is the key-value, or KV, tensors computed while the model read the input. The boundary is dashed for that reason: cache scope is a single serving machine.
Two points are not stated on the slide. The cache stores computed state, not prompt text, and a cache hit requires the prefix to match exactly. A first request performs a full prefill, which is expected behaviour.
The official documentation states the discount qualitatively and directs readers to the Azure OpenAI pricing page for rates, so the current cached-input and cache-write rates should be confirmed there before presenting.
The backing page is https://learn.microsoft.com/en-us/azure/foundry/openai/how-to/prompt-caching.
A common question is whether prompt caching requires enablement. It does not: it is enabled by default for supported models.
The key takeaway is that the cache lives on the serving machine and is shaped only by the prompt.</a:t>
            </a:r>
          </a:p>
        </p:txBody>
      </p:sp>
      <p:sp>
        <p:nvSpPr>
          <p:cNvPr id="4" name="Slide Number Placeholder 3"/>
          <p:cNvSpPr>
            <a:spLocks noGrp="1"/>
          </p:cNvSpPr>
          <p:nvPr>
            <p:ph type="sldNum" sz="quarter" idx="5"/>
          </p:nvPr>
        </p:nvSpPr>
        <p:spPr/>
        <p:txBody>
          <a:bodyPr/>
          <a:lstStyle/>
          <a:p>
            <a:fld id="{6DB7A5A9-30A0-42CB-9024-6085AE52CFF2}" type="slidenum">
              <a:t>2</a:t>
            </a:fld>
            <a:endParaRPr lang="en-US"/>
          </a:p>
        </p:txBody>
      </p:sp>
    </p:spTree>
    <p:extLst>
      <p:ext uri="{BB962C8B-B14F-4D97-AF65-F5344CB8AC3E}">
        <p14:creationId xmlns:p14="http://schemas.microsoft.com/office/powerpoint/2010/main" val="15623129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explains cache eligibility and matching. Read it in three parts: the sequence, token counting and cache-miss conditions.
The core idea is that the longest matching cached prefix is reused, and a cache breakpoint marks the end of a reusable prefix.
First, the request sequence.
The request is rendered, the prefix is routed to a serving machine, and the longest matching cached prefix is retrieved. A hit reuses stored token computations; a miss runs the full prefill and writes the result to the cache. Output tokens are generated for every request and are never cached.
Second, token counting.
Prompt caching supports the complete messages array: system, developer, user and assistant content, and tool definitions. A structured output schema is appended as a prefix to the system message. The minimum is 1,024 tokens, and the first 1,024 tokens must be identical. A single character difference within them produces a cache miss, reported as a cached_tokens value of 0. Matching is positional across the rendered prompt; it is not evaluated per message type.
In the upper bar, the boundary falls inside the system message, so the identical prefix is complete before the first user turn and variable content in conversation turns does not affect matching. In the lower bar, a shorter system message places the boundary inside conversation turns, which must then also be identical across requests.
Images in user messages are cacheable, as links or base64-encoded data, with the detail parameter set identically across requests.
Third, the conditions that produce a cache miss.
These are variable leading content such as timestamps, modified tool definitions, and history that is summarised or reordered rather than appended.
The guidance is to structure requests so that repetitive content occurs at the beginning of the messages array.
A common question is whether the serving machine can be selected. Not directly: prompt_cache_key is the routing signal, and approximately 15 requests per minute per prefix-and-key combination occur before misses appear, so load should be distributed across keys while keeping a stable key-to-prefix mapping.
The key takeaway is to place stable content at the beginning of the prompt and dynamic content at the end.</a:t>
            </a:r>
          </a:p>
        </p:txBody>
      </p:sp>
      <p:sp>
        <p:nvSpPr>
          <p:cNvPr id="4" name="Slide Number Placeholder 3"/>
          <p:cNvSpPr>
            <a:spLocks noGrp="1"/>
          </p:cNvSpPr>
          <p:nvPr>
            <p:ph type="sldNum" sz="quarter" idx="5"/>
          </p:nvPr>
        </p:nvSpPr>
        <p:spPr/>
        <p:txBody>
          <a:bodyPr/>
          <a:lstStyle/>
          <a:p>
            <a:fld id="{6DB7A5A9-30A0-42CB-9024-6085AE52CFF2}" type="slidenum">
              <a:t>3</a:t>
            </a:fld>
            <a:endParaRPr lang="en-US"/>
          </a:p>
        </p:txBody>
      </p:sp>
    </p:spTree>
    <p:extLst>
      <p:ext uri="{BB962C8B-B14F-4D97-AF65-F5344CB8AC3E}">
        <p14:creationId xmlns:p14="http://schemas.microsoft.com/office/powerpoint/2010/main" val="17661727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lists the configuration options for prompt caching. Read it from left to right.
The core idea is that these are three independent decisions, and one of them is a code change.
First, caching mode.
It determines where the reusable prefix ends, and a breakpoint marks that end. Implicit is the default: a breakpoint is placed on the latest message, and explicit breakpoints supplied in the request are also used. In explicit mode only explicit breakpoints are used, and a request without one does not use caching. 
Second, deployment type.
It determines what is configurable at all. Standard pay-as-you-go supports breakpoints, reports cache_write_tokens and bills cache reads at a discount on input token pricing. Provisioned Throughput managed supports prompt caching with up to a 100% discount on input tokens, but does not support breakpoints or report cache_write_tokens. There is nothing to configure there, so the discussion concerns prompt structure only.
Third, retention control.
It determines how long a prefix stays eligible. On GPT-5.6 and later, prompt_cache_options.ttl sets a minimum cache lifetime, where 30m is the default and the only supported value. It is a minimum, not an expiry guarantee, and the service may retain a cached prefix longer. On earlier models, prompt_cache_retention selects a maximum-retention policy; it is deprecated and not applicable on GPT-5.6 and later.
Fourth, the model-family split.
Requests that include prompt_cache_options or prompt_cache_breakpoint on GPT-5.5 and earlier return a 400 error, and those models continue with implicit prompt caching. Cache writes may incur charges on GPT-5.6 and later, but not on earlier models. Extended retention is available on a published list of earlier models and enabled by default for gpt-5.5. Not stated on the slide, extended retention offloads key-value tensors to GPU-local storage when memory is full, for up to 24 hours.
Model lists change, so the extended-retention model list should be confirmed against the official documentation before presenting. The backing page is https://learn.microsoft.com/en-us/azure/foundry/openai/how-to/prompt-caching.
A common question is whether existing calls fail on upgrade. They fail only where newer parameters are sent to an earlier model.
The key takeaway is to check the model family before sending any caching parameter.</a:t>
            </a:r>
          </a:p>
        </p:txBody>
      </p:sp>
      <p:sp>
        <p:nvSpPr>
          <p:cNvPr id="4" name="Slide Number Placeholder 3"/>
          <p:cNvSpPr>
            <a:spLocks noGrp="1"/>
          </p:cNvSpPr>
          <p:nvPr>
            <p:ph type="sldNum" sz="quarter" idx="5"/>
          </p:nvPr>
        </p:nvSpPr>
        <p:spPr/>
        <p:txBody>
          <a:bodyPr/>
          <a:lstStyle/>
          <a:p>
            <a:fld id="{6DB7A5A9-30A0-42CB-9024-6085AE52CFF2}" type="slidenum">
              <a:t>4</a:t>
            </a:fld>
            <a:endParaRPr lang="en-US"/>
          </a:p>
        </p:txBody>
      </p:sp>
    </p:spTree>
    <p:extLst>
      <p:ext uri="{BB962C8B-B14F-4D97-AF65-F5344CB8AC3E}">
        <p14:creationId xmlns:p14="http://schemas.microsoft.com/office/powerpoint/2010/main" val="25282563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covers limits, monitoring and data boundaries.
The core idea is that two response fields carry the measurement, and three distinct boundaries apply.
First, the limits.
The minimum is 1,024 tokens, and the first 1,024 tokens must be identical. A request can make up to four new cache writes, and up to the latest 50 breakpoints are considered for cache reads. Not stated on the slide, in implicit mode the breakpoint placed on the latest message consumes one of the four cache-write slots, leaving the latest three explicit breakpoints. Breakpoints from earlier conversation turns are read-only: they match but are not rewritten. In-memory caches clear within 5 to 10 minutes of inactivity, and within one hour of last use.
Second, monitoring.
cached_tokens, under prompt_tokens_details, reports cache reads, and cache_write_tokens, where available, reports cache writes. The ratio between them is the metric to graph. A sustained cached_tokens value of 0 indicates that the prefix is not matching. Where separate accounting or routing is required, the client application sets prompt_cache_key and reuses the same key for requests sharing long common prefixes. Approximately 15 requests per minute per prefix-and-key combination occur before misses appear, so requests should be distributed across multiple keys while keeping a stable key-to-prefix mapping.
Third, the boundaries.
Prompt caches are not shared between Azure subscriptions. Cached states reside on individual serving machines and are not shared across the pool, so reuse depends on reaching a machine holding a matching, unexpired entry. Residency depends on in-memory retention versus extended retention. In-memory retention is compatible with all data residency regions. Extended retention stores data on GPU machines for up to 24 hours, and remains within the data zone boundary for Data Zone deployment types and the regional boundary for Regional deployment types.
The customer's deployment type and data zone should be confirmed before making residency claims. The backing page is https://learn.microsoft.com/en-us/azure/foundry/openai/how-to/prompt-caching.
On a cached_tokens value that remains 0, the first check is whether the leading 1,024 tokens are byte-identical.
The key takeaway is that cached_tokens is the signal to watch, and residency follows from the retention mode.</a:t>
            </a:r>
          </a:p>
        </p:txBody>
      </p:sp>
      <p:sp>
        <p:nvSpPr>
          <p:cNvPr id="4" name="Slide Number Placeholder 3"/>
          <p:cNvSpPr>
            <a:spLocks noGrp="1"/>
          </p:cNvSpPr>
          <p:nvPr>
            <p:ph type="sldNum" sz="quarter" idx="5"/>
          </p:nvPr>
        </p:nvSpPr>
        <p:spPr/>
        <p:txBody>
          <a:bodyPr/>
          <a:lstStyle/>
          <a:p>
            <a:fld id="{6DB7A5A9-30A0-42CB-9024-6085AE52CFF2}" type="slidenum">
              <a:t>5</a:t>
            </a:fld>
            <a:endParaRPr lang="en-US"/>
          </a:p>
        </p:txBody>
      </p:sp>
    </p:spTree>
    <p:extLst>
      <p:ext uri="{BB962C8B-B14F-4D97-AF65-F5344CB8AC3E}">
        <p14:creationId xmlns:p14="http://schemas.microsoft.com/office/powerpoint/2010/main" val="3538640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compares prompt caching with semantic caching. Read it row by row.
The core idea is that the names are similar, but the mechanisms are distinct and complementary.
First, the content reused.
Prompt caching reuses the model's processed input token computations, the KV tensors, for an exactly matching prefix inside the inference path. The model still runs, so output content is unaffected beyond latency and cost. Semantic caching reuses the stored response to an earlier request; on a hit, the model is not called.
Second, the match criterion.
For prompt caching, the rendered prefix must match exactly, and a single differing character produces a cache miss. Semantic caching matches identical prompts and prompts similar in meaning where the text differs. Its control is the score-threshold attribute, where a lower threshold requires higher semantic similarity.
Third, the position in the request path.
Prompt caching sits within the model service and is enabled by default for supported models. Semantic caching sits in front of the model, in the Azure API Management gateway.
Fourth, the components to operate.
Prompt caching requires no resources, only prompt structure, breakpoints and prompt_cache_key. Semantic caching requires the llm-semantic-cache-lookup and llm-semantic-cache-store policies, an embeddings deployment, and an Azure Managed Redis instance with the RediSearch module.
The lower rows show that prompt caching suits long, stable leading content and sustained volume against one prefix, not unique or personalised requests.
The adoption sequence has four phases: measure cached_tokens per deployment before changes; restructure so stable content leads and dynamic values trail, with append-only history; control, using breakpoints and a stable prompt_cache_key where the model family allows it; then operate, monitoring the read-to-write ratio and treating a sudden drop as a regression. On GPT-5.6 and later, cache writes may incur charges in addition to discounted reads, so prefix churn carries cost.
The references are https://learn.microsoft.com/en-us/azure/foundry/openai/how-to/prompt-caching, https://developers.openai.com/api/docs/guides/prompt-caching, https://learn.microsoft.com/en-us/azure/api-management/azure-openai-enable-semantic-caching and the Azure OpenAI pricing page.
A common question is whether one must be chosen over the other. It need not: they operate at different layers and run together.
The key takeaway is that prompt caching reuses computation, semantic caching reuses responses, and the two work together.</a:t>
            </a:r>
          </a:p>
        </p:txBody>
      </p:sp>
      <p:sp>
        <p:nvSpPr>
          <p:cNvPr id="4" name="Slide Number Placeholder 3"/>
          <p:cNvSpPr>
            <a:spLocks noGrp="1"/>
          </p:cNvSpPr>
          <p:nvPr>
            <p:ph type="sldNum" sz="quarter" idx="5"/>
          </p:nvPr>
        </p:nvSpPr>
        <p:spPr/>
        <p:txBody>
          <a:bodyPr/>
          <a:lstStyle/>
          <a:p>
            <a:fld id="{6DB7A5A9-30A0-42CB-9024-6085AE52CFF2}" type="slidenum">
              <a:t>6</a:t>
            </a:fld>
            <a:endParaRPr lang="en-US"/>
          </a:p>
        </p:txBody>
      </p:sp>
    </p:spTree>
    <p:extLst>
      <p:ext uri="{BB962C8B-B14F-4D97-AF65-F5344CB8AC3E}">
        <p14:creationId xmlns:p14="http://schemas.microsoft.com/office/powerpoint/2010/main" val="31329885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10/14/2026</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9"/>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3B10D69-7DFD-9B43-80EA-B70E7E519B45}"/>
              </a:ext>
            </a:extLst>
          </p:cNvPr>
          <p:cNvSpPr/>
          <p:nvPr/>
        </p:nvSpPr>
        <p:spPr>
          <a:xfrm>
            <a:off x="7864000" y="2194560"/>
            <a:ext cx="2606040" cy="365760"/>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83CE315-2319-4FC0-424F-3521D07484D2}"/>
              </a:ext>
            </a:extLst>
          </p:cNvPr>
          <p:cNvSpPr/>
          <p:nvPr/>
        </p:nvSpPr>
        <p:spPr>
          <a:xfrm>
            <a:off x="7864000" y="2743200"/>
            <a:ext cx="2606040" cy="365760"/>
          </a:xfrm>
          <a:prstGeom prst="rect">
            <a:avLst/>
          </a:prstGeom>
          <a:solidFill>
            <a:srgbClr val="00B39F">
              <a:alpha val="72000"/>
            </a:srgbClr>
          </a:solidFill>
          <a:ln>
            <a:solidFill>
              <a:srgbClr val="00B39F">
                <a:alpha val="72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85C2118A-8B40-2CE6-0420-A3458AAF7864}"/>
              </a:ext>
            </a:extLst>
          </p:cNvPr>
          <p:cNvSpPr/>
          <p:nvPr/>
        </p:nvSpPr>
        <p:spPr>
          <a:xfrm>
            <a:off x="7864000" y="3291840"/>
            <a:ext cx="2606040" cy="365760"/>
          </a:xfrm>
          <a:prstGeom prst="rect">
            <a:avLst/>
          </a:prstGeom>
          <a:solidFill>
            <a:srgbClr val="00B39F">
              <a:alpha val="48000"/>
            </a:srgbClr>
          </a:solidFill>
          <a:ln>
            <a:solidFill>
              <a:srgbClr val="00B39F">
                <a:alpha val="48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83EAA2F-758D-AE25-AF28-16145752AC62}"/>
              </a:ext>
            </a:extLst>
          </p:cNvPr>
          <p:cNvSpPr/>
          <p:nvPr/>
        </p:nvSpPr>
        <p:spPr>
          <a:xfrm>
            <a:off x="7864000" y="3840480"/>
            <a:ext cx="2606040" cy="365760"/>
          </a:xfrm>
          <a:prstGeom prst="rect">
            <a:avLst/>
          </a:prstGeom>
          <a:solidFill>
            <a:srgbClr val="00B39F">
              <a:alpha val="30000"/>
            </a:srgbClr>
          </a:solidFill>
          <a:ln>
            <a:solidFill>
              <a:srgbClr val="00B39F">
                <a:alpha val="3000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3B075FB-3C6D-8C5B-9923-A0B13316ECCD}"/>
              </a:ext>
            </a:extLst>
          </p:cNvPr>
          <p:cNvSpPr/>
          <p:nvPr/>
        </p:nvSpPr>
        <p:spPr>
          <a:xfrm>
            <a:off x="10561320" y="2194560"/>
            <a:ext cx="960120" cy="365760"/>
          </a:xfrm>
          <a:prstGeom prst="rect">
            <a:avLst/>
          </a:prstGeom>
          <a:solidFill>
            <a:srgbClr val="2A3557"/>
          </a:solidFill>
          <a:ln>
            <a:solidFill>
              <a:srgbClr val="2A355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41EA9D6-94AC-9BA3-BFC0-94123976F72A}"/>
              </a:ext>
            </a:extLst>
          </p:cNvPr>
          <p:cNvSpPr/>
          <p:nvPr/>
        </p:nvSpPr>
        <p:spPr>
          <a:xfrm>
            <a:off x="10561320" y="2743200"/>
            <a:ext cx="960120" cy="365760"/>
          </a:xfrm>
          <a:prstGeom prst="rect">
            <a:avLst/>
          </a:prstGeom>
          <a:solidFill>
            <a:srgbClr val="2A3557"/>
          </a:solidFill>
          <a:ln>
            <a:solidFill>
              <a:srgbClr val="2A355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741ACFE7-EFDC-B2EE-2914-D91DECBC631F}"/>
              </a:ext>
            </a:extLst>
          </p:cNvPr>
          <p:cNvSpPr/>
          <p:nvPr/>
        </p:nvSpPr>
        <p:spPr>
          <a:xfrm>
            <a:off x="10561320" y="3291840"/>
            <a:ext cx="960120" cy="365760"/>
          </a:xfrm>
          <a:prstGeom prst="rect">
            <a:avLst/>
          </a:prstGeom>
          <a:solidFill>
            <a:srgbClr val="2A3557"/>
          </a:solidFill>
          <a:ln>
            <a:solidFill>
              <a:srgbClr val="2A355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A8A6C3D5-58F9-6346-D5A2-1FC7667E5AA1}"/>
              </a:ext>
            </a:extLst>
          </p:cNvPr>
          <p:cNvSpPr/>
          <p:nvPr/>
        </p:nvSpPr>
        <p:spPr>
          <a:xfrm>
            <a:off x="10561320" y="3840480"/>
            <a:ext cx="960120" cy="365760"/>
          </a:xfrm>
          <a:prstGeom prst="rect">
            <a:avLst/>
          </a:prstGeom>
          <a:solidFill>
            <a:srgbClr val="2A3557"/>
          </a:solidFill>
          <a:ln>
            <a:solidFill>
              <a:srgbClr val="2A355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3E8D743-1CD3-D3E6-4541-98AEF7E900CD}"/>
              </a:ext>
            </a:extLst>
          </p:cNvPr>
          <p:cNvSpPr/>
          <p:nvPr/>
        </p:nvSpPr>
        <p:spPr>
          <a:xfrm>
            <a:off x="7864000" y="4343400"/>
            <a:ext cx="3657600" cy="39578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8A93AB"/>
                </a:solidFill>
                <a:effectLst/>
                <a:latin typeface="Segoe UI" panose="020B0502040204020203" pitchFamily="34" charset="0"/>
              </a:rPr>
              <a:t>Identical prefix reused; new input processed on each request</a:t>
            </a:r>
            <a:endParaRPr lang="en-US"/>
          </a:p>
        </p:txBody>
      </p:sp>
      <p:sp>
        <p:nvSpPr>
          <p:cNvPr id="56" name="Rectangle 55">
            <a:extLst>
              <a:ext uri="{FF2B5EF4-FFF2-40B4-BE49-F238E27FC236}">
                <a16:creationId xmlns:a16="http://schemas.microsoft.com/office/drawing/2014/main" id="{6523AD9D-4558-3387-0E7B-29ED492A069C}"/>
              </a:ext>
            </a:extLst>
          </p:cNvPr>
          <p:cNvSpPr/>
          <p:nvPr/>
        </p:nvSpPr>
        <p:spPr>
          <a:xfrm>
            <a:off x="822960" y="1325880"/>
            <a:ext cx="621792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b="1" spc="140">
                <a:solidFill>
                  <a:srgbClr val="00B39F"/>
                </a:solidFill>
                <a:effectLst/>
                <a:latin typeface="Segoe UI" panose="020B0502040204020203" pitchFamily="34" charset="0"/>
              </a:rPr>
              <a:t>MICROSOFT FOUNDRY MODELS · TECHNICAL BRIEFING · 20 MINUTES</a:t>
            </a:r>
          </a:p>
          <a:p>
            <a:pPr algn="l">
              <a:buNone/>
            </a:pPr>
            <a:r>
              <a:rPr lang="en-US" sz="100">
                <a:effectLst/>
              </a:rPr>
              <a:t> </a:t>
            </a:r>
            <a:endParaRPr lang="en-US"/>
          </a:p>
        </p:txBody>
      </p:sp>
      <p:sp>
        <p:nvSpPr>
          <p:cNvPr id="67" name="Rectangle 66">
            <a:extLst>
              <a:ext uri="{FF2B5EF4-FFF2-40B4-BE49-F238E27FC236}">
                <a16:creationId xmlns:a16="http://schemas.microsoft.com/office/drawing/2014/main" id="{299F5839-23AC-E1B1-E0F8-9F5CF4806482}"/>
              </a:ext>
            </a:extLst>
          </p:cNvPr>
          <p:cNvSpPr/>
          <p:nvPr/>
        </p:nvSpPr>
        <p:spPr>
          <a:xfrm>
            <a:off x="822960" y="1828800"/>
            <a:ext cx="1234440" cy="45720"/>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 name="Rectangle 78">
            <a:extLst>
              <a:ext uri="{FF2B5EF4-FFF2-40B4-BE49-F238E27FC236}">
                <a16:creationId xmlns:a16="http://schemas.microsoft.com/office/drawing/2014/main" id="{FC50678C-0DB5-6622-C28D-C3841E8C8127}"/>
              </a:ext>
            </a:extLst>
          </p:cNvPr>
          <p:cNvSpPr/>
          <p:nvPr/>
        </p:nvSpPr>
        <p:spPr>
          <a:xfrm>
            <a:off x="822960" y="2194560"/>
            <a:ext cx="6766560" cy="16002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4400" b="1">
                <a:solidFill>
                  <a:srgbClr val="FFFFFF"/>
                </a:solidFill>
                <a:effectLst/>
                <a:latin typeface="Segoe UI" panose="020B0502040204020203" pitchFamily="34" charset="0"/>
              </a:rPr>
              <a:t>Prompt caching in Azure OpenAI</a:t>
            </a:r>
          </a:p>
          <a:p>
            <a:pPr algn="l">
              <a:buNone/>
            </a:pPr>
            <a:r>
              <a:rPr lang="en-US" sz="100">
                <a:effectLst/>
              </a:rPr>
              <a:t> </a:t>
            </a:r>
            <a:endParaRPr lang="en-US"/>
          </a:p>
        </p:txBody>
      </p:sp>
      <p:sp>
        <p:nvSpPr>
          <p:cNvPr id="92" name="Rectangle 91">
            <a:extLst>
              <a:ext uri="{FF2B5EF4-FFF2-40B4-BE49-F238E27FC236}">
                <a16:creationId xmlns:a16="http://schemas.microsoft.com/office/drawing/2014/main" id="{48990B33-40C6-2C4E-6B45-0A72ED6D4259}"/>
              </a:ext>
            </a:extLst>
          </p:cNvPr>
          <p:cNvSpPr/>
          <p:nvPr/>
        </p:nvSpPr>
        <p:spPr>
          <a:xfrm>
            <a:off x="822960" y="3977640"/>
            <a:ext cx="6217920" cy="64008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500">
                <a:solidFill>
                  <a:srgbClr val="C3CBDE"/>
                </a:solidFill>
                <a:effectLst/>
                <a:latin typeface="Segoe UI" panose="020B0502040204020203" pitchFamily="34" charset="0"/>
              </a:rPr>
              <a:t>Reduced request latency and cost for prompts with identical leading content</a:t>
            </a:r>
            <a:endParaRPr lang="en-US"/>
          </a:p>
        </p:txBody>
      </p:sp>
      <p:sp>
        <p:nvSpPr>
          <p:cNvPr id="106" name="Rectangle 105">
            <a:extLst>
              <a:ext uri="{FF2B5EF4-FFF2-40B4-BE49-F238E27FC236}">
                <a16:creationId xmlns:a16="http://schemas.microsoft.com/office/drawing/2014/main" id="{FBCFBFB3-FA8A-3E11-3908-8912E0A072D3}"/>
              </a:ext>
            </a:extLst>
          </p:cNvPr>
          <p:cNvSpPr/>
          <p:nvPr/>
        </p:nvSpPr>
        <p:spPr>
          <a:xfrm>
            <a:off x="822960" y="4937760"/>
            <a:ext cx="457200" cy="18288"/>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 name="Rectangle 120">
            <a:extLst>
              <a:ext uri="{FF2B5EF4-FFF2-40B4-BE49-F238E27FC236}">
                <a16:creationId xmlns:a16="http://schemas.microsoft.com/office/drawing/2014/main" id="{4458756C-B6BD-1AE4-0659-DD0C58BCF197}"/>
              </a:ext>
            </a:extLst>
          </p:cNvPr>
          <p:cNvSpPr/>
          <p:nvPr/>
        </p:nvSpPr>
        <p:spPr>
          <a:xfrm>
            <a:off x="822960" y="5120640"/>
            <a:ext cx="6858000" cy="3200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a:solidFill>
                  <a:srgbClr val="9AA3B8"/>
                </a:solidFill>
                <a:effectLst/>
                <a:latin typeface="Segoe UI" panose="020B0502040204020203" pitchFamily="34" charset="0"/>
              </a:rPr>
              <a:t>September </a:t>
            </a:r>
            <a:r>
              <a:rPr lang="en-US" sz="1150" dirty="0">
                <a:solidFill>
                  <a:srgbClr val="9AA3B8"/>
                </a:solidFill>
                <a:effectLst/>
                <a:latin typeface="Segoe UI" panose="020B0502040204020203" pitchFamily="34" charset="0"/>
              </a:rPr>
              <a:t>2026</a:t>
            </a:r>
          </a:p>
          <a:p>
            <a:pPr algn="l">
              <a:buNone/>
            </a:pPr>
            <a:r>
              <a:rPr lang="en-US" sz="100" dirty="0">
                <a:effectLst/>
              </a:rPr>
              <a:t>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2" name="Rectangle 121">
            <a:extLst>
              <a:ext uri="{FF2B5EF4-FFF2-40B4-BE49-F238E27FC236}">
                <a16:creationId xmlns:a16="http://schemas.microsoft.com/office/drawing/2014/main" id="{FF5A7891-6B4E-B35B-F2E4-50E046ECD18B}"/>
              </a:ext>
            </a:extLst>
          </p:cNvPr>
          <p:cNvSpPr/>
          <p:nvPr/>
        </p:nvSpPr>
        <p:spPr>
          <a:xfrm>
            <a:off x="457200" y="201168"/>
            <a:ext cx="8229600" cy="3715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spc="150">
                <a:solidFill>
                  <a:srgbClr val="00B39F"/>
                </a:solidFill>
                <a:effectLst/>
                <a:latin typeface="Segoe UI" panose="020B0502040204020203" pitchFamily="34" charset="0"/>
              </a:rPr>
              <a:t>OVERVIEW</a:t>
            </a:r>
            <a:endParaRPr lang="en-US"/>
          </a:p>
        </p:txBody>
      </p:sp>
      <p:sp>
        <p:nvSpPr>
          <p:cNvPr id="124" name="Rectangle 123">
            <a:extLst>
              <a:ext uri="{FF2B5EF4-FFF2-40B4-BE49-F238E27FC236}">
                <a16:creationId xmlns:a16="http://schemas.microsoft.com/office/drawing/2014/main" id="{8F04E34A-4289-FBB1-EB1D-FF98CBB7B267}"/>
              </a:ext>
            </a:extLst>
          </p:cNvPr>
          <p:cNvSpPr/>
          <p:nvPr/>
        </p:nvSpPr>
        <p:spPr>
          <a:xfrm>
            <a:off x="457200" y="411480"/>
            <a:ext cx="1078992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01A3C"/>
                </a:solidFill>
                <a:effectLst/>
                <a:latin typeface="Segoe UI" panose="020B0502040204020203" pitchFamily="34" charset="0"/>
              </a:rPr>
              <a:t>Prompt caching overview</a:t>
            </a:r>
            <a:endParaRPr lang="en-US"/>
          </a:p>
        </p:txBody>
      </p:sp>
      <p:sp>
        <p:nvSpPr>
          <p:cNvPr id="127" name="Rectangle 126">
            <a:extLst>
              <a:ext uri="{FF2B5EF4-FFF2-40B4-BE49-F238E27FC236}">
                <a16:creationId xmlns:a16="http://schemas.microsoft.com/office/drawing/2014/main" id="{76FC6350-CC6E-8E19-1AD0-5915C4AC140F}"/>
              </a:ext>
            </a:extLst>
          </p:cNvPr>
          <p:cNvSpPr/>
          <p:nvPr/>
        </p:nvSpPr>
        <p:spPr>
          <a:xfrm>
            <a:off x="457200" y="914400"/>
            <a:ext cx="109728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50">
                <a:solidFill>
                  <a:srgbClr val="44495B"/>
                </a:solidFill>
                <a:effectLst/>
                <a:latin typeface="Segoe UI" panose="020B0502040204020203" pitchFamily="34" charset="0"/>
              </a:rPr>
              <a:t>Definitions, and the position of the prompt cache within the request path.</a:t>
            </a:r>
            <a:endParaRPr lang="en-US"/>
          </a:p>
        </p:txBody>
      </p:sp>
      <p:sp>
        <p:nvSpPr>
          <p:cNvPr id="131" name="Rectangle 130">
            <a:extLst>
              <a:ext uri="{FF2B5EF4-FFF2-40B4-BE49-F238E27FC236}">
                <a16:creationId xmlns:a16="http://schemas.microsoft.com/office/drawing/2014/main" id="{2D263121-F7C9-F52C-4575-B681D55CE00B}"/>
              </a:ext>
            </a:extLst>
          </p:cNvPr>
          <p:cNvSpPr/>
          <p:nvPr/>
        </p:nvSpPr>
        <p:spPr>
          <a:xfrm>
            <a:off x="457200" y="5760720"/>
            <a:ext cx="722376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6E7488"/>
                </a:solidFill>
                <a:effectLst/>
                <a:latin typeface="Segoe UI" panose="020B0502040204020203" pitchFamily="34" charset="0"/>
              </a:rPr>
              <a:t>Source: Learn · azure/foundry/openai/how-to/prompt-caching</a:t>
            </a:r>
          </a:p>
          <a:p>
            <a:pPr algn="l">
              <a:buNone/>
            </a:pPr>
            <a:r>
              <a:rPr lang="en-US" sz="100">
                <a:effectLst/>
              </a:rPr>
              <a:t> </a:t>
            </a:r>
            <a:endParaRPr lang="en-US"/>
          </a:p>
        </p:txBody>
      </p:sp>
      <p:sp>
        <p:nvSpPr>
          <p:cNvPr id="136" name="Rectangle 135">
            <a:extLst>
              <a:ext uri="{FF2B5EF4-FFF2-40B4-BE49-F238E27FC236}">
                <a16:creationId xmlns:a16="http://schemas.microsoft.com/office/drawing/2014/main" id="{1C210FC8-170F-73D0-B6BF-D66C657509CC}"/>
              </a:ext>
            </a:extLst>
          </p:cNvPr>
          <p:cNvSpPr/>
          <p:nvPr/>
        </p:nvSpPr>
        <p:spPr>
          <a:xfrm>
            <a:off x="7772400" y="5760720"/>
            <a:ext cx="3962095"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900">
                <a:solidFill>
                  <a:srgbClr val="6E7488"/>
                </a:solidFill>
                <a:effectLst/>
                <a:latin typeface="Segoe UI" panose="020B0502040204020203" pitchFamily="34" charset="0"/>
              </a:rPr>
              <a:t>Prompt caching · September 2026 · 2</a:t>
            </a:r>
          </a:p>
          <a:p>
            <a:pPr algn="r">
              <a:buNone/>
            </a:pPr>
            <a:r>
              <a:rPr lang="en-US" sz="100">
                <a:effectLst/>
              </a:rPr>
              <a:t> </a:t>
            </a:r>
            <a:endParaRPr lang="en-US"/>
          </a:p>
        </p:txBody>
      </p:sp>
      <p:sp>
        <p:nvSpPr>
          <p:cNvPr id="142" name="Rectangle 141">
            <a:extLst>
              <a:ext uri="{FF2B5EF4-FFF2-40B4-BE49-F238E27FC236}">
                <a16:creationId xmlns:a16="http://schemas.microsoft.com/office/drawing/2014/main" id="{38CA65F3-1BB3-F8DB-A061-1AE8D4B665FC}"/>
              </a:ext>
            </a:extLst>
          </p:cNvPr>
          <p:cNvSpPr/>
          <p:nvPr/>
        </p:nvSpPr>
        <p:spPr>
          <a:xfrm>
            <a:off x="475488" y="1371600"/>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 name="Rectangle 148">
            <a:extLst>
              <a:ext uri="{FF2B5EF4-FFF2-40B4-BE49-F238E27FC236}">
                <a16:creationId xmlns:a16="http://schemas.microsoft.com/office/drawing/2014/main" id="{9F85AD02-3B59-0F3E-D248-0D4B1BDE4D49}"/>
              </a:ext>
            </a:extLst>
          </p:cNvPr>
          <p:cNvSpPr/>
          <p:nvPr/>
        </p:nvSpPr>
        <p:spPr>
          <a:xfrm>
            <a:off x="731520" y="1280160"/>
            <a:ext cx="5167732" cy="5046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141B33"/>
                </a:solidFill>
                <a:effectLst/>
                <a:latin typeface="Segoe UI" panose="020B0502040204020203" pitchFamily="34" charset="0"/>
              </a:rPr>
              <a:t>Prompt caching reduces request latency and cost for prompts with identical content at the beginning. It is enabled by default for supported models.</a:t>
            </a:r>
            <a:endParaRPr lang="en-US"/>
          </a:p>
        </p:txBody>
      </p:sp>
      <p:sp>
        <p:nvSpPr>
          <p:cNvPr id="157" name="Rectangle 156">
            <a:extLst>
              <a:ext uri="{FF2B5EF4-FFF2-40B4-BE49-F238E27FC236}">
                <a16:creationId xmlns:a16="http://schemas.microsoft.com/office/drawing/2014/main" id="{248B0653-2695-2051-681A-97C8D278292A}"/>
              </a:ext>
            </a:extLst>
          </p:cNvPr>
          <p:cNvSpPr/>
          <p:nvPr/>
        </p:nvSpPr>
        <p:spPr>
          <a:xfrm>
            <a:off x="6265012" y="1371600"/>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 name="Rectangle 165">
            <a:extLst>
              <a:ext uri="{FF2B5EF4-FFF2-40B4-BE49-F238E27FC236}">
                <a16:creationId xmlns:a16="http://schemas.microsoft.com/office/drawing/2014/main" id="{898B3354-6536-3FCC-0BC2-7C6A378EED7C}"/>
              </a:ext>
            </a:extLst>
          </p:cNvPr>
          <p:cNvSpPr/>
          <p:nvPr/>
        </p:nvSpPr>
        <p:spPr>
          <a:xfrm>
            <a:off x="6521044" y="1280160"/>
            <a:ext cx="5167732" cy="5046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141B33"/>
                </a:solidFill>
                <a:effectLst/>
                <a:latin typeface="Segoe UI" panose="020B0502040204020203" pitchFamily="34" charset="0"/>
              </a:rPr>
              <a:t>Prompt: the full input sent with a chat completion or response request — instructions, tool definitions, examples and prior conversation turns.</a:t>
            </a:r>
            <a:endParaRPr lang="en-US"/>
          </a:p>
        </p:txBody>
      </p:sp>
      <p:sp>
        <p:nvSpPr>
          <p:cNvPr id="176" name="Rectangle 175">
            <a:extLst>
              <a:ext uri="{FF2B5EF4-FFF2-40B4-BE49-F238E27FC236}">
                <a16:creationId xmlns:a16="http://schemas.microsoft.com/office/drawing/2014/main" id="{7223A9B6-99EA-D444-6709-48065FCD602B}"/>
              </a:ext>
            </a:extLst>
          </p:cNvPr>
          <p:cNvSpPr/>
          <p:nvPr/>
        </p:nvSpPr>
        <p:spPr>
          <a:xfrm>
            <a:off x="475488" y="1967738"/>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7" name="Rectangle 186">
            <a:extLst>
              <a:ext uri="{FF2B5EF4-FFF2-40B4-BE49-F238E27FC236}">
                <a16:creationId xmlns:a16="http://schemas.microsoft.com/office/drawing/2014/main" id="{0B03D999-58A3-4DF9-798A-DC76B6FAB4A9}"/>
              </a:ext>
            </a:extLst>
          </p:cNvPr>
          <p:cNvSpPr/>
          <p:nvPr/>
        </p:nvSpPr>
        <p:spPr>
          <a:xfrm>
            <a:off x="731520" y="1876298"/>
            <a:ext cx="5167732" cy="5046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141B33"/>
                </a:solidFill>
                <a:effectLst/>
                <a:latin typeface="Segoe UI" panose="020B0502040204020203" pitchFamily="34" charset="0"/>
              </a:rPr>
              <a:t>Prefix: the leading portion of the rendered prompt. Caching applies to the prefix that is identical across requests.</a:t>
            </a:r>
            <a:endParaRPr lang="en-US"/>
          </a:p>
        </p:txBody>
      </p:sp>
      <p:sp>
        <p:nvSpPr>
          <p:cNvPr id="199" name="Rectangle 198">
            <a:extLst>
              <a:ext uri="{FF2B5EF4-FFF2-40B4-BE49-F238E27FC236}">
                <a16:creationId xmlns:a16="http://schemas.microsoft.com/office/drawing/2014/main" id="{71E9B7E1-78F1-4701-D029-3648A48587DE}"/>
              </a:ext>
            </a:extLst>
          </p:cNvPr>
          <p:cNvSpPr/>
          <p:nvPr/>
        </p:nvSpPr>
        <p:spPr>
          <a:xfrm>
            <a:off x="6265012" y="1967738"/>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2" name="Rectangle 211">
            <a:extLst>
              <a:ext uri="{FF2B5EF4-FFF2-40B4-BE49-F238E27FC236}">
                <a16:creationId xmlns:a16="http://schemas.microsoft.com/office/drawing/2014/main" id="{6D85F012-887E-9458-255C-978B5AC27477}"/>
              </a:ext>
            </a:extLst>
          </p:cNvPr>
          <p:cNvSpPr/>
          <p:nvPr/>
        </p:nvSpPr>
        <p:spPr>
          <a:xfrm>
            <a:off x="6521044" y="1788986"/>
            <a:ext cx="5167732" cy="5046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a:solidFill>
                  <a:srgbClr val="141B33"/>
                </a:solidFill>
                <a:effectLst/>
                <a:latin typeface="Segoe UI" panose="020B0502040204020203" pitchFamily="34" charset="0"/>
              </a:rPr>
              <a:t>Cache hit: a match between a prompt's token computations and current cache content. Output content is unchanged by caching.</a:t>
            </a:r>
            <a:endParaRPr lang="en-US"/>
          </a:p>
        </p:txBody>
      </p:sp>
      <p:sp>
        <p:nvSpPr>
          <p:cNvPr id="226" name="Rectangle 225">
            <a:extLst>
              <a:ext uri="{FF2B5EF4-FFF2-40B4-BE49-F238E27FC236}">
                <a16:creationId xmlns:a16="http://schemas.microsoft.com/office/drawing/2014/main" id="{90F6161B-883C-F948-F914-33933E3AABF6}"/>
              </a:ext>
            </a:extLst>
          </p:cNvPr>
          <p:cNvSpPr/>
          <p:nvPr/>
        </p:nvSpPr>
        <p:spPr>
          <a:xfrm>
            <a:off x="457200" y="3081528"/>
            <a:ext cx="1965960" cy="822960"/>
          </a:xfrm>
          <a:prstGeom prst="rect">
            <a:avLst/>
          </a:prstGeom>
          <a:solidFill>
            <a:srgbClr val="EBEFF7"/>
          </a:solidFill>
          <a:ln w="9525">
            <a:solidFill>
              <a:srgbClr val="C2CDE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101A3C"/>
                </a:solidFill>
                <a:effectLst/>
                <a:latin typeface="Segoe UI" panose="020B0502040204020203" pitchFamily="34" charset="0"/>
              </a:rPr>
              <a:t>Client application</a:t>
            </a:r>
          </a:p>
          <a:p>
            <a:pPr algn="ctr">
              <a:buNone/>
            </a:pPr>
            <a:r>
              <a:rPr lang="en-US" sz="100">
                <a:effectLst/>
              </a:rPr>
              <a:t> </a:t>
            </a:r>
            <a:endParaRPr lang="en-US"/>
          </a:p>
        </p:txBody>
      </p:sp>
      <p:sp>
        <p:nvSpPr>
          <p:cNvPr id="241" name="Rectangle 240">
            <a:extLst>
              <a:ext uri="{FF2B5EF4-FFF2-40B4-BE49-F238E27FC236}">
                <a16:creationId xmlns:a16="http://schemas.microsoft.com/office/drawing/2014/main" id="{E0D3666E-0175-B95E-98FD-D051F738356B}"/>
              </a:ext>
            </a:extLst>
          </p:cNvPr>
          <p:cNvSpPr/>
          <p:nvPr/>
        </p:nvSpPr>
        <p:spPr>
          <a:xfrm>
            <a:off x="457200" y="3950208"/>
            <a:ext cx="1965960" cy="39578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a:solidFill>
                  <a:srgbClr val="6E7488"/>
                </a:solidFill>
                <a:effectLst/>
                <a:latin typeface="Segoe UI" panose="020B0502040204020203" pitchFamily="34" charset="0"/>
              </a:rPr>
              <a:t>Customer-owned</a:t>
            </a:r>
          </a:p>
          <a:p>
            <a:pPr algn="ctr">
              <a:buNone/>
            </a:pPr>
            <a:r>
              <a:rPr lang="en-US" sz="100">
                <a:effectLst/>
              </a:rPr>
              <a:t> </a:t>
            </a:r>
            <a:endParaRPr lang="en-US"/>
          </a:p>
        </p:txBody>
      </p:sp>
      <p:sp>
        <p:nvSpPr>
          <p:cNvPr id="257" name="Arrow: Right 256">
            <a:extLst>
              <a:ext uri="{FF2B5EF4-FFF2-40B4-BE49-F238E27FC236}">
                <a16:creationId xmlns:a16="http://schemas.microsoft.com/office/drawing/2014/main" id="{7331EFCC-DB0D-8478-2222-486B81A261B9}"/>
              </a:ext>
            </a:extLst>
          </p:cNvPr>
          <p:cNvSpPr/>
          <p:nvPr/>
        </p:nvSpPr>
        <p:spPr>
          <a:xfrm>
            <a:off x="2487168" y="3401568"/>
            <a:ext cx="402336" cy="182880"/>
          </a:xfrm>
          <a:prstGeom prst="right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 name="Rectangle 273">
            <a:extLst>
              <a:ext uri="{FF2B5EF4-FFF2-40B4-BE49-F238E27FC236}">
                <a16:creationId xmlns:a16="http://schemas.microsoft.com/office/drawing/2014/main" id="{D2DA590A-9FF0-B233-0BAD-44D6E2459C42}"/>
              </a:ext>
            </a:extLst>
          </p:cNvPr>
          <p:cNvSpPr/>
          <p:nvPr/>
        </p:nvSpPr>
        <p:spPr>
          <a:xfrm>
            <a:off x="2953512" y="3081528"/>
            <a:ext cx="2148840" cy="822960"/>
          </a:xfrm>
          <a:prstGeom prst="rect">
            <a:avLst/>
          </a:prstGeom>
          <a:solidFill>
            <a:srgbClr val="EBEFF7"/>
          </a:solidFill>
          <a:ln>
            <a:solidFill>
              <a:srgbClr val="EBEF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b="1">
                <a:solidFill>
                  <a:srgbClr val="101A3C"/>
                </a:solidFill>
                <a:effectLst/>
                <a:latin typeface="Segoe UI" panose="020B0502040204020203" pitchFamily="34" charset="0"/>
              </a:rPr>
              <a:t>Azure API Management (AI gateway)</a:t>
            </a:r>
          </a:p>
          <a:p>
            <a:pPr algn="ctr">
              <a:buNone/>
            </a:pPr>
            <a:r>
              <a:rPr lang="en-US" sz="100">
                <a:effectLst/>
              </a:rPr>
              <a:t> </a:t>
            </a:r>
            <a:endParaRPr lang="en-US"/>
          </a:p>
        </p:txBody>
      </p:sp>
      <p:sp>
        <p:nvSpPr>
          <p:cNvPr id="292" name="Rectangle 291">
            <a:extLst>
              <a:ext uri="{FF2B5EF4-FFF2-40B4-BE49-F238E27FC236}">
                <a16:creationId xmlns:a16="http://schemas.microsoft.com/office/drawing/2014/main" id="{0B2DA3C8-8391-AE00-2C14-660ECAFA2FF8}"/>
              </a:ext>
            </a:extLst>
          </p:cNvPr>
          <p:cNvSpPr/>
          <p:nvPr/>
        </p:nvSpPr>
        <p:spPr>
          <a:xfrm>
            <a:off x="2953512" y="3081528"/>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1" name="Rectangle 310">
            <a:extLst>
              <a:ext uri="{FF2B5EF4-FFF2-40B4-BE49-F238E27FC236}">
                <a16:creationId xmlns:a16="http://schemas.microsoft.com/office/drawing/2014/main" id="{B9D3EC73-13F0-F842-9FA5-9D96721D3D89}"/>
              </a:ext>
            </a:extLst>
          </p:cNvPr>
          <p:cNvSpPr/>
          <p:nvPr/>
        </p:nvSpPr>
        <p:spPr>
          <a:xfrm>
            <a:off x="2953512" y="3888613"/>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1" name="Rectangle 330">
            <a:extLst>
              <a:ext uri="{FF2B5EF4-FFF2-40B4-BE49-F238E27FC236}">
                <a16:creationId xmlns:a16="http://schemas.microsoft.com/office/drawing/2014/main" id="{A6537EB0-F0BB-C950-5B4E-3DBE65673120}"/>
              </a:ext>
            </a:extLst>
          </p:cNvPr>
          <p:cNvSpPr/>
          <p:nvPr/>
        </p:nvSpPr>
        <p:spPr>
          <a:xfrm>
            <a:off x="3260489" y="3081528"/>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2" name="Rectangle 351">
            <a:extLst>
              <a:ext uri="{FF2B5EF4-FFF2-40B4-BE49-F238E27FC236}">
                <a16:creationId xmlns:a16="http://schemas.microsoft.com/office/drawing/2014/main" id="{AD1F8FDD-DC4D-EB76-B12C-975C841A92F3}"/>
              </a:ext>
            </a:extLst>
          </p:cNvPr>
          <p:cNvSpPr/>
          <p:nvPr/>
        </p:nvSpPr>
        <p:spPr>
          <a:xfrm>
            <a:off x="3260489" y="3888613"/>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4" name="Rectangle 373">
            <a:extLst>
              <a:ext uri="{FF2B5EF4-FFF2-40B4-BE49-F238E27FC236}">
                <a16:creationId xmlns:a16="http://schemas.microsoft.com/office/drawing/2014/main" id="{0E6C206C-C794-8359-8457-E941FDCA08EC}"/>
              </a:ext>
            </a:extLst>
          </p:cNvPr>
          <p:cNvSpPr/>
          <p:nvPr/>
        </p:nvSpPr>
        <p:spPr>
          <a:xfrm>
            <a:off x="3567466" y="3081528"/>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7" name="Rectangle 396">
            <a:extLst>
              <a:ext uri="{FF2B5EF4-FFF2-40B4-BE49-F238E27FC236}">
                <a16:creationId xmlns:a16="http://schemas.microsoft.com/office/drawing/2014/main" id="{88E2FC92-A619-88D1-AA2E-B29E77C55BAD}"/>
              </a:ext>
            </a:extLst>
          </p:cNvPr>
          <p:cNvSpPr/>
          <p:nvPr/>
        </p:nvSpPr>
        <p:spPr>
          <a:xfrm>
            <a:off x="3567466" y="3888613"/>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1" name="Rectangle 420">
            <a:extLst>
              <a:ext uri="{FF2B5EF4-FFF2-40B4-BE49-F238E27FC236}">
                <a16:creationId xmlns:a16="http://schemas.microsoft.com/office/drawing/2014/main" id="{0FC593D7-4816-40E9-A625-36B129DC5081}"/>
              </a:ext>
            </a:extLst>
          </p:cNvPr>
          <p:cNvSpPr/>
          <p:nvPr/>
        </p:nvSpPr>
        <p:spPr>
          <a:xfrm>
            <a:off x="3874443" y="3081528"/>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6" name="Rectangle 445">
            <a:extLst>
              <a:ext uri="{FF2B5EF4-FFF2-40B4-BE49-F238E27FC236}">
                <a16:creationId xmlns:a16="http://schemas.microsoft.com/office/drawing/2014/main" id="{34CB7F71-C643-31BF-6AA9-93A8B71E91FB}"/>
              </a:ext>
            </a:extLst>
          </p:cNvPr>
          <p:cNvSpPr/>
          <p:nvPr/>
        </p:nvSpPr>
        <p:spPr>
          <a:xfrm>
            <a:off x="3874443" y="3888613"/>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2" name="Rectangle 471">
            <a:extLst>
              <a:ext uri="{FF2B5EF4-FFF2-40B4-BE49-F238E27FC236}">
                <a16:creationId xmlns:a16="http://schemas.microsoft.com/office/drawing/2014/main" id="{1ABD3718-5665-2FDC-CD79-7A9EDE016B47}"/>
              </a:ext>
            </a:extLst>
          </p:cNvPr>
          <p:cNvSpPr/>
          <p:nvPr/>
        </p:nvSpPr>
        <p:spPr>
          <a:xfrm>
            <a:off x="4181421" y="3081528"/>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9" name="Rectangle 498">
            <a:extLst>
              <a:ext uri="{FF2B5EF4-FFF2-40B4-BE49-F238E27FC236}">
                <a16:creationId xmlns:a16="http://schemas.microsoft.com/office/drawing/2014/main" id="{991A94E8-27B3-004F-DF38-71CA322CCCD9}"/>
              </a:ext>
            </a:extLst>
          </p:cNvPr>
          <p:cNvSpPr/>
          <p:nvPr/>
        </p:nvSpPr>
        <p:spPr>
          <a:xfrm>
            <a:off x="4181421" y="3888613"/>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7" name="Rectangle 526">
            <a:extLst>
              <a:ext uri="{FF2B5EF4-FFF2-40B4-BE49-F238E27FC236}">
                <a16:creationId xmlns:a16="http://schemas.microsoft.com/office/drawing/2014/main" id="{22244E75-F564-21F1-7134-2E18DDEA0874}"/>
              </a:ext>
            </a:extLst>
          </p:cNvPr>
          <p:cNvSpPr/>
          <p:nvPr/>
        </p:nvSpPr>
        <p:spPr>
          <a:xfrm>
            <a:off x="4488398" y="3081528"/>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6" name="Rectangle 555">
            <a:extLst>
              <a:ext uri="{FF2B5EF4-FFF2-40B4-BE49-F238E27FC236}">
                <a16:creationId xmlns:a16="http://schemas.microsoft.com/office/drawing/2014/main" id="{6C21F3EA-8EBF-2872-D9DC-F0E67D968B4F}"/>
              </a:ext>
            </a:extLst>
          </p:cNvPr>
          <p:cNvSpPr/>
          <p:nvPr/>
        </p:nvSpPr>
        <p:spPr>
          <a:xfrm>
            <a:off x="4488398" y="3888613"/>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6" name="Rectangle 585">
            <a:extLst>
              <a:ext uri="{FF2B5EF4-FFF2-40B4-BE49-F238E27FC236}">
                <a16:creationId xmlns:a16="http://schemas.microsoft.com/office/drawing/2014/main" id="{87871897-A966-014C-53AF-AF8721A3BDFB}"/>
              </a:ext>
            </a:extLst>
          </p:cNvPr>
          <p:cNvSpPr/>
          <p:nvPr/>
        </p:nvSpPr>
        <p:spPr>
          <a:xfrm>
            <a:off x="4795375" y="3081528"/>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7" name="Rectangle 616">
            <a:extLst>
              <a:ext uri="{FF2B5EF4-FFF2-40B4-BE49-F238E27FC236}">
                <a16:creationId xmlns:a16="http://schemas.microsoft.com/office/drawing/2014/main" id="{1E4EA900-ADB8-262D-290F-6056F6D77CB1}"/>
              </a:ext>
            </a:extLst>
          </p:cNvPr>
          <p:cNvSpPr/>
          <p:nvPr/>
        </p:nvSpPr>
        <p:spPr>
          <a:xfrm>
            <a:off x="4795375" y="3888613"/>
            <a:ext cx="186047"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9" name="Rectangle 648">
            <a:extLst>
              <a:ext uri="{FF2B5EF4-FFF2-40B4-BE49-F238E27FC236}">
                <a16:creationId xmlns:a16="http://schemas.microsoft.com/office/drawing/2014/main" id="{CE657B91-8E8A-0329-0131-0C6D50728F07}"/>
              </a:ext>
            </a:extLst>
          </p:cNvPr>
          <p:cNvSpPr/>
          <p:nvPr/>
        </p:nvSpPr>
        <p:spPr>
          <a:xfrm>
            <a:off x="2953512" y="3081528"/>
            <a:ext cx="15875" cy="16625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2" name="Rectangle 681">
            <a:extLst>
              <a:ext uri="{FF2B5EF4-FFF2-40B4-BE49-F238E27FC236}">
                <a16:creationId xmlns:a16="http://schemas.microsoft.com/office/drawing/2014/main" id="{1A2B4C7C-8EC6-66C0-19E3-85D090CB9B87}"/>
              </a:ext>
            </a:extLst>
          </p:cNvPr>
          <p:cNvSpPr/>
          <p:nvPr/>
        </p:nvSpPr>
        <p:spPr>
          <a:xfrm>
            <a:off x="5086477" y="3081528"/>
            <a:ext cx="15875" cy="16625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6" name="Rectangle 715">
            <a:extLst>
              <a:ext uri="{FF2B5EF4-FFF2-40B4-BE49-F238E27FC236}">
                <a16:creationId xmlns:a16="http://schemas.microsoft.com/office/drawing/2014/main" id="{6678B65C-52F2-1D3A-6D25-2164B7FBD2A1}"/>
              </a:ext>
            </a:extLst>
          </p:cNvPr>
          <p:cNvSpPr/>
          <p:nvPr/>
        </p:nvSpPr>
        <p:spPr>
          <a:xfrm>
            <a:off x="2953512" y="3355848"/>
            <a:ext cx="15875" cy="16625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1" name="Rectangle 750">
            <a:extLst>
              <a:ext uri="{FF2B5EF4-FFF2-40B4-BE49-F238E27FC236}">
                <a16:creationId xmlns:a16="http://schemas.microsoft.com/office/drawing/2014/main" id="{B5BFE7B8-EFDF-2668-AE0B-84AF3A01931E}"/>
              </a:ext>
            </a:extLst>
          </p:cNvPr>
          <p:cNvSpPr/>
          <p:nvPr/>
        </p:nvSpPr>
        <p:spPr>
          <a:xfrm>
            <a:off x="5086477" y="3355848"/>
            <a:ext cx="15875" cy="16625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7" name="Rectangle 786">
            <a:extLst>
              <a:ext uri="{FF2B5EF4-FFF2-40B4-BE49-F238E27FC236}">
                <a16:creationId xmlns:a16="http://schemas.microsoft.com/office/drawing/2014/main" id="{68CD5AF8-1991-8896-7969-1B06C56057DA}"/>
              </a:ext>
            </a:extLst>
          </p:cNvPr>
          <p:cNvSpPr/>
          <p:nvPr/>
        </p:nvSpPr>
        <p:spPr>
          <a:xfrm>
            <a:off x="2953512" y="3630168"/>
            <a:ext cx="15875" cy="16625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4" name="Rectangle 823">
            <a:extLst>
              <a:ext uri="{FF2B5EF4-FFF2-40B4-BE49-F238E27FC236}">
                <a16:creationId xmlns:a16="http://schemas.microsoft.com/office/drawing/2014/main" id="{98B2A0F2-F2DF-19BA-749E-60E756695E6D}"/>
              </a:ext>
            </a:extLst>
          </p:cNvPr>
          <p:cNvSpPr/>
          <p:nvPr/>
        </p:nvSpPr>
        <p:spPr>
          <a:xfrm>
            <a:off x="5086477" y="3630168"/>
            <a:ext cx="15875" cy="16625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2" name="Rectangle 861">
            <a:extLst>
              <a:ext uri="{FF2B5EF4-FFF2-40B4-BE49-F238E27FC236}">
                <a16:creationId xmlns:a16="http://schemas.microsoft.com/office/drawing/2014/main" id="{61256D64-6D34-7B75-C678-7E6891FA4913}"/>
              </a:ext>
            </a:extLst>
          </p:cNvPr>
          <p:cNvSpPr/>
          <p:nvPr/>
        </p:nvSpPr>
        <p:spPr>
          <a:xfrm>
            <a:off x="2953512" y="2752344"/>
            <a:ext cx="2148840"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00" b="1" spc="120">
                <a:solidFill>
                  <a:srgbClr val="008173"/>
                </a:solidFill>
                <a:effectLst/>
                <a:latin typeface="Segoe UI" panose="020B0502040204020203" pitchFamily="34" charset="0"/>
              </a:rPr>
              <a:t>OPTIONAL</a:t>
            </a:r>
          </a:p>
          <a:p>
            <a:pPr algn="ctr">
              <a:buNone/>
            </a:pPr>
            <a:r>
              <a:rPr lang="en-US" sz="100">
                <a:effectLst/>
              </a:rPr>
              <a:t> </a:t>
            </a:r>
            <a:endParaRPr lang="en-US"/>
          </a:p>
        </p:txBody>
      </p:sp>
      <p:sp>
        <p:nvSpPr>
          <p:cNvPr id="901" name="Arrow: Right 900">
            <a:extLst>
              <a:ext uri="{FF2B5EF4-FFF2-40B4-BE49-F238E27FC236}">
                <a16:creationId xmlns:a16="http://schemas.microsoft.com/office/drawing/2014/main" id="{EDAB2637-0E7D-ED3F-337B-74768768EA0B}"/>
              </a:ext>
            </a:extLst>
          </p:cNvPr>
          <p:cNvSpPr/>
          <p:nvPr/>
        </p:nvSpPr>
        <p:spPr>
          <a:xfrm>
            <a:off x="5166360" y="3401568"/>
            <a:ext cx="402336" cy="182880"/>
          </a:xfrm>
          <a:prstGeom prst="right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1" name="Rectangle 940">
            <a:extLst>
              <a:ext uri="{FF2B5EF4-FFF2-40B4-BE49-F238E27FC236}">
                <a16:creationId xmlns:a16="http://schemas.microsoft.com/office/drawing/2014/main" id="{9FEE2A47-A6ED-06CC-E3A5-5336534DE67E}"/>
              </a:ext>
            </a:extLst>
          </p:cNvPr>
          <p:cNvSpPr/>
          <p:nvPr/>
        </p:nvSpPr>
        <p:spPr>
          <a:xfrm>
            <a:off x="5632704" y="2487168"/>
            <a:ext cx="3017520" cy="2011680"/>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2" name="Rectangle 981">
            <a:extLst>
              <a:ext uri="{FF2B5EF4-FFF2-40B4-BE49-F238E27FC236}">
                <a16:creationId xmlns:a16="http://schemas.microsoft.com/office/drawing/2014/main" id="{59D56933-F872-59B1-6BE8-13EB91939F7A}"/>
              </a:ext>
            </a:extLst>
          </p:cNvPr>
          <p:cNvSpPr/>
          <p:nvPr/>
        </p:nvSpPr>
        <p:spPr>
          <a:xfrm>
            <a:off x="5815584" y="2578608"/>
            <a:ext cx="2651760" cy="42062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b="1">
                <a:solidFill>
                  <a:srgbClr val="FFFFFF"/>
                </a:solidFill>
                <a:effectLst/>
                <a:latin typeface="Segoe UI" panose="020B0502040204020203" pitchFamily="34" charset="0"/>
              </a:rPr>
              <a:t>Azure OpenAI deployment</a:t>
            </a:r>
          </a:p>
          <a:p>
            <a:pPr algn="l">
              <a:buNone/>
            </a:pPr>
            <a:r>
              <a:rPr lang="en-US" sz="100">
                <a:effectLst/>
              </a:rPr>
              <a:t> </a:t>
            </a:r>
            <a:endParaRPr lang="en-US"/>
          </a:p>
        </p:txBody>
      </p:sp>
      <p:sp>
        <p:nvSpPr>
          <p:cNvPr id="1024" name="Rectangle 1023">
            <a:extLst>
              <a:ext uri="{FF2B5EF4-FFF2-40B4-BE49-F238E27FC236}">
                <a16:creationId xmlns:a16="http://schemas.microsoft.com/office/drawing/2014/main" id="{F004890D-B65F-A831-5AC1-37D6AC420A95}"/>
              </a:ext>
            </a:extLst>
          </p:cNvPr>
          <p:cNvSpPr/>
          <p:nvPr/>
        </p:nvSpPr>
        <p:spPr>
          <a:xfrm>
            <a:off x="5815584" y="2999232"/>
            <a:ext cx="2651760" cy="585216"/>
          </a:xfrm>
          <a:prstGeom prst="rect">
            <a:avLst/>
          </a:prstGeom>
          <a:solidFill>
            <a:srgbClr val="FFFFFF"/>
          </a:solidFill>
          <a:ln w="9525">
            <a:solidFill>
              <a:srgbClr val="C2CDE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101A3C"/>
                </a:solidFill>
                <a:effectLst/>
                <a:latin typeface="Segoe UI" panose="020B0502040204020203" pitchFamily="34" charset="0"/>
              </a:rPr>
              <a:t>Standard pay-as-you-go</a:t>
            </a:r>
          </a:p>
          <a:p>
            <a:pPr algn="ctr">
              <a:buNone/>
            </a:pPr>
            <a:r>
              <a:rPr lang="en-US" sz="100">
                <a:effectLst/>
              </a:rPr>
              <a:t> </a:t>
            </a:r>
            <a:endParaRPr lang="en-US"/>
          </a:p>
        </p:txBody>
      </p:sp>
      <p:sp>
        <p:nvSpPr>
          <p:cNvPr id="1067" name="Rectangle 1066">
            <a:extLst>
              <a:ext uri="{FF2B5EF4-FFF2-40B4-BE49-F238E27FC236}">
                <a16:creationId xmlns:a16="http://schemas.microsoft.com/office/drawing/2014/main" id="{ECDC7D9F-739E-32EE-BC2C-CD699A1A5F42}"/>
              </a:ext>
            </a:extLst>
          </p:cNvPr>
          <p:cNvSpPr/>
          <p:nvPr/>
        </p:nvSpPr>
        <p:spPr>
          <a:xfrm>
            <a:off x="5815584" y="3694176"/>
            <a:ext cx="2651760" cy="694944"/>
          </a:xfrm>
          <a:prstGeom prst="rect">
            <a:avLst/>
          </a:prstGeom>
          <a:solidFill>
            <a:srgbClr val="FFFFFF"/>
          </a:solidFill>
          <a:ln w="9525">
            <a:solidFill>
              <a:srgbClr val="C2CDE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101A3C"/>
                </a:solidFill>
                <a:effectLst/>
                <a:latin typeface="Segoe UI" panose="020B0502040204020203" pitchFamily="34" charset="0"/>
              </a:rPr>
              <a:t>Provisioned Throughput managed (PTU-M)</a:t>
            </a:r>
          </a:p>
          <a:p>
            <a:pPr algn="ctr">
              <a:buNone/>
            </a:pPr>
            <a:r>
              <a:rPr lang="en-US" sz="100">
                <a:effectLst/>
              </a:rPr>
              <a:t> </a:t>
            </a:r>
            <a:endParaRPr lang="en-US"/>
          </a:p>
        </p:txBody>
      </p:sp>
      <p:sp>
        <p:nvSpPr>
          <p:cNvPr id="1111" name="Arrow: Right 1110">
            <a:extLst>
              <a:ext uri="{FF2B5EF4-FFF2-40B4-BE49-F238E27FC236}">
                <a16:creationId xmlns:a16="http://schemas.microsoft.com/office/drawing/2014/main" id="{1A5B448A-A32A-ED62-4469-2A312CD068B6}"/>
              </a:ext>
            </a:extLst>
          </p:cNvPr>
          <p:cNvSpPr/>
          <p:nvPr/>
        </p:nvSpPr>
        <p:spPr>
          <a:xfrm>
            <a:off x="8778240" y="3401568"/>
            <a:ext cx="402336" cy="182880"/>
          </a:xfrm>
          <a:prstGeom prst="right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6" name="Rectangle 1155">
            <a:extLst>
              <a:ext uri="{FF2B5EF4-FFF2-40B4-BE49-F238E27FC236}">
                <a16:creationId xmlns:a16="http://schemas.microsoft.com/office/drawing/2014/main" id="{9D06D347-DEFF-1901-37E0-31205325B745}"/>
              </a:ext>
            </a:extLst>
          </p:cNvPr>
          <p:cNvSpPr/>
          <p:nvPr/>
        </p:nvSpPr>
        <p:spPr>
          <a:xfrm>
            <a:off x="9345168" y="2487168"/>
            <a:ext cx="2240280" cy="2011680"/>
          </a:xfrm>
          <a:prstGeom prst="rect">
            <a:avLst/>
          </a:prstGeom>
          <a:solidFill>
            <a:srgbClr val="FFFFFF"/>
          </a:solidFill>
          <a:ln w="12700">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2" name="Rectangle 1201">
            <a:extLst>
              <a:ext uri="{FF2B5EF4-FFF2-40B4-BE49-F238E27FC236}">
                <a16:creationId xmlns:a16="http://schemas.microsoft.com/office/drawing/2014/main" id="{0A2CAF51-0F44-B488-557B-2A1E9059D6A3}"/>
              </a:ext>
            </a:extLst>
          </p:cNvPr>
          <p:cNvSpPr/>
          <p:nvPr/>
        </p:nvSpPr>
        <p:spPr>
          <a:xfrm>
            <a:off x="9491472" y="2578608"/>
            <a:ext cx="1947672" cy="42809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b="1">
                <a:solidFill>
                  <a:srgbClr val="101A3C"/>
                </a:solidFill>
                <a:effectLst/>
                <a:latin typeface="Segoe UI" panose="020B0502040204020203" pitchFamily="34" charset="0"/>
              </a:rPr>
              <a:t>Model serving machine</a:t>
            </a:r>
            <a:endParaRPr lang="en-US"/>
          </a:p>
        </p:txBody>
      </p:sp>
      <p:sp>
        <p:nvSpPr>
          <p:cNvPr id="1249" name="Rectangle 1248">
            <a:extLst>
              <a:ext uri="{FF2B5EF4-FFF2-40B4-BE49-F238E27FC236}">
                <a16:creationId xmlns:a16="http://schemas.microsoft.com/office/drawing/2014/main" id="{9791AD09-9E96-1760-662B-591A127631A1}"/>
              </a:ext>
            </a:extLst>
          </p:cNvPr>
          <p:cNvSpPr/>
          <p:nvPr/>
        </p:nvSpPr>
        <p:spPr>
          <a:xfrm>
            <a:off x="9491472" y="3035808"/>
            <a:ext cx="1947672" cy="1188720"/>
          </a:xfrm>
          <a:prstGeom prst="rect">
            <a:avLst/>
          </a:prstGeom>
          <a:solidFill>
            <a:srgbClr val="F6F8FD"/>
          </a:solidFill>
          <a:ln w="9525">
            <a:solidFill>
              <a:srgbClr val="B9C4D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50">
                <a:solidFill>
                  <a:srgbClr val="101A3C"/>
                </a:solidFill>
                <a:effectLst/>
                <a:latin typeface="Segoe UI" panose="020B0502040204020203" pitchFamily="34" charset="0"/>
              </a:rPr>
              <a:t>Prompt cache — key-value (KV) tensors</a:t>
            </a:r>
            <a:endParaRPr lang="en-US"/>
          </a:p>
        </p:txBody>
      </p:sp>
      <p:sp>
        <p:nvSpPr>
          <p:cNvPr id="1297" name="Rectangle 1296">
            <a:extLst>
              <a:ext uri="{FF2B5EF4-FFF2-40B4-BE49-F238E27FC236}">
                <a16:creationId xmlns:a16="http://schemas.microsoft.com/office/drawing/2014/main" id="{BB454C1D-B46D-6FD4-2BD8-8AB59D8377D2}"/>
              </a:ext>
            </a:extLst>
          </p:cNvPr>
          <p:cNvSpPr/>
          <p:nvPr/>
        </p:nvSpPr>
        <p:spPr>
          <a:xfrm>
            <a:off x="9180576"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6" name="Rectangle 1345">
            <a:extLst>
              <a:ext uri="{FF2B5EF4-FFF2-40B4-BE49-F238E27FC236}">
                <a16:creationId xmlns:a16="http://schemas.microsoft.com/office/drawing/2014/main" id="{85711723-5951-4391-BF56-CAE899B36ED5}"/>
              </a:ext>
            </a:extLst>
          </p:cNvPr>
          <p:cNvSpPr/>
          <p:nvPr/>
        </p:nvSpPr>
        <p:spPr>
          <a:xfrm>
            <a:off x="9180576"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6" name="Rectangle 1395">
            <a:extLst>
              <a:ext uri="{FF2B5EF4-FFF2-40B4-BE49-F238E27FC236}">
                <a16:creationId xmlns:a16="http://schemas.microsoft.com/office/drawing/2014/main" id="{8635CEC6-FDFD-2102-8A6F-5E3646908C26}"/>
              </a:ext>
            </a:extLst>
          </p:cNvPr>
          <p:cNvSpPr/>
          <p:nvPr/>
        </p:nvSpPr>
        <p:spPr>
          <a:xfrm>
            <a:off x="9501759"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47" name="Rectangle 1446">
            <a:extLst>
              <a:ext uri="{FF2B5EF4-FFF2-40B4-BE49-F238E27FC236}">
                <a16:creationId xmlns:a16="http://schemas.microsoft.com/office/drawing/2014/main" id="{CAFA2E64-1963-070E-D46C-12F6C4594C07}"/>
              </a:ext>
            </a:extLst>
          </p:cNvPr>
          <p:cNvSpPr/>
          <p:nvPr/>
        </p:nvSpPr>
        <p:spPr>
          <a:xfrm>
            <a:off x="9501759"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9" name="Rectangle 1498">
            <a:extLst>
              <a:ext uri="{FF2B5EF4-FFF2-40B4-BE49-F238E27FC236}">
                <a16:creationId xmlns:a16="http://schemas.microsoft.com/office/drawing/2014/main" id="{A2E98661-DD76-F1D9-0537-D0AE56E54C7E}"/>
              </a:ext>
            </a:extLst>
          </p:cNvPr>
          <p:cNvSpPr/>
          <p:nvPr/>
        </p:nvSpPr>
        <p:spPr>
          <a:xfrm>
            <a:off x="9822942"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2" name="Rectangle 1551">
            <a:extLst>
              <a:ext uri="{FF2B5EF4-FFF2-40B4-BE49-F238E27FC236}">
                <a16:creationId xmlns:a16="http://schemas.microsoft.com/office/drawing/2014/main" id="{C5B6380E-3D53-36E1-FC79-5D80D11AFDEE}"/>
              </a:ext>
            </a:extLst>
          </p:cNvPr>
          <p:cNvSpPr/>
          <p:nvPr/>
        </p:nvSpPr>
        <p:spPr>
          <a:xfrm>
            <a:off x="9822942"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6" name="Rectangle 1605">
            <a:extLst>
              <a:ext uri="{FF2B5EF4-FFF2-40B4-BE49-F238E27FC236}">
                <a16:creationId xmlns:a16="http://schemas.microsoft.com/office/drawing/2014/main" id="{32EA8863-819C-6674-5ED7-1A258C501361}"/>
              </a:ext>
            </a:extLst>
          </p:cNvPr>
          <p:cNvSpPr/>
          <p:nvPr/>
        </p:nvSpPr>
        <p:spPr>
          <a:xfrm>
            <a:off x="10144125"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61" name="Rectangle 1660">
            <a:extLst>
              <a:ext uri="{FF2B5EF4-FFF2-40B4-BE49-F238E27FC236}">
                <a16:creationId xmlns:a16="http://schemas.microsoft.com/office/drawing/2014/main" id="{2E5E2380-2FDD-22F5-3000-9F4323BABB74}"/>
              </a:ext>
            </a:extLst>
          </p:cNvPr>
          <p:cNvSpPr/>
          <p:nvPr/>
        </p:nvSpPr>
        <p:spPr>
          <a:xfrm>
            <a:off x="10144125"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7" name="Rectangle 1716">
            <a:extLst>
              <a:ext uri="{FF2B5EF4-FFF2-40B4-BE49-F238E27FC236}">
                <a16:creationId xmlns:a16="http://schemas.microsoft.com/office/drawing/2014/main" id="{D06611EA-A221-EFD5-6F32-AED99A8943E2}"/>
              </a:ext>
            </a:extLst>
          </p:cNvPr>
          <p:cNvSpPr/>
          <p:nvPr/>
        </p:nvSpPr>
        <p:spPr>
          <a:xfrm>
            <a:off x="10465308"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74" name="Rectangle 1773">
            <a:extLst>
              <a:ext uri="{FF2B5EF4-FFF2-40B4-BE49-F238E27FC236}">
                <a16:creationId xmlns:a16="http://schemas.microsoft.com/office/drawing/2014/main" id="{EE51BF95-08A9-287E-D693-025BBC748FF6}"/>
              </a:ext>
            </a:extLst>
          </p:cNvPr>
          <p:cNvSpPr/>
          <p:nvPr/>
        </p:nvSpPr>
        <p:spPr>
          <a:xfrm>
            <a:off x="10465308"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2" name="Rectangle 1831">
            <a:extLst>
              <a:ext uri="{FF2B5EF4-FFF2-40B4-BE49-F238E27FC236}">
                <a16:creationId xmlns:a16="http://schemas.microsoft.com/office/drawing/2014/main" id="{CDA163F6-0C37-EF66-AD12-AF49F6C955FE}"/>
              </a:ext>
            </a:extLst>
          </p:cNvPr>
          <p:cNvSpPr/>
          <p:nvPr/>
        </p:nvSpPr>
        <p:spPr>
          <a:xfrm>
            <a:off x="10786491"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91" name="Rectangle 1890">
            <a:extLst>
              <a:ext uri="{FF2B5EF4-FFF2-40B4-BE49-F238E27FC236}">
                <a16:creationId xmlns:a16="http://schemas.microsoft.com/office/drawing/2014/main" id="{0C9A9F1C-8425-C3D2-27BE-8514098AE4EA}"/>
              </a:ext>
            </a:extLst>
          </p:cNvPr>
          <p:cNvSpPr/>
          <p:nvPr/>
        </p:nvSpPr>
        <p:spPr>
          <a:xfrm>
            <a:off x="10786491"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51" name="Rectangle 1950">
            <a:extLst>
              <a:ext uri="{FF2B5EF4-FFF2-40B4-BE49-F238E27FC236}">
                <a16:creationId xmlns:a16="http://schemas.microsoft.com/office/drawing/2014/main" id="{F1B05743-D941-29E1-9C1C-1384A975C495}"/>
              </a:ext>
            </a:extLst>
          </p:cNvPr>
          <p:cNvSpPr/>
          <p:nvPr/>
        </p:nvSpPr>
        <p:spPr>
          <a:xfrm>
            <a:off x="11107674"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2" name="Rectangle 2011">
            <a:extLst>
              <a:ext uri="{FF2B5EF4-FFF2-40B4-BE49-F238E27FC236}">
                <a16:creationId xmlns:a16="http://schemas.microsoft.com/office/drawing/2014/main" id="{0CF7FEA1-5660-3C27-5E37-437B6F40F2F6}"/>
              </a:ext>
            </a:extLst>
          </p:cNvPr>
          <p:cNvSpPr/>
          <p:nvPr/>
        </p:nvSpPr>
        <p:spPr>
          <a:xfrm>
            <a:off x="11107674"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74" name="Rectangle 2073">
            <a:extLst>
              <a:ext uri="{FF2B5EF4-FFF2-40B4-BE49-F238E27FC236}">
                <a16:creationId xmlns:a16="http://schemas.microsoft.com/office/drawing/2014/main" id="{A42ACEFC-DAD4-D842-71FF-D318DB3E1623}"/>
              </a:ext>
            </a:extLst>
          </p:cNvPr>
          <p:cNvSpPr/>
          <p:nvPr/>
        </p:nvSpPr>
        <p:spPr>
          <a:xfrm>
            <a:off x="11428857" y="2322576"/>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37" name="Rectangle 2136">
            <a:extLst>
              <a:ext uri="{FF2B5EF4-FFF2-40B4-BE49-F238E27FC236}">
                <a16:creationId xmlns:a16="http://schemas.microsoft.com/office/drawing/2014/main" id="{AA6F6A93-50C3-14CA-2F93-83524EEAF547}"/>
              </a:ext>
            </a:extLst>
          </p:cNvPr>
          <p:cNvSpPr/>
          <p:nvPr/>
        </p:nvSpPr>
        <p:spPr>
          <a:xfrm>
            <a:off x="11428857" y="4976749"/>
            <a:ext cx="198378" cy="1587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01" name="Rectangle 2200">
            <a:extLst>
              <a:ext uri="{FF2B5EF4-FFF2-40B4-BE49-F238E27FC236}">
                <a16:creationId xmlns:a16="http://schemas.microsoft.com/office/drawing/2014/main" id="{4F3F40FD-89C5-393D-7692-300D53263377}"/>
              </a:ext>
            </a:extLst>
          </p:cNvPr>
          <p:cNvSpPr/>
          <p:nvPr/>
        </p:nvSpPr>
        <p:spPr>
          <a:xfrm>
            <a:off x="9180576" y="2322576"/>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6" name="Rectangle 2265">
            <a:extLst>
              <a:ext uri="{FF2B5EF4-FFF2-40B4-BE49-F238E27FC236}">
                <a16:creationId xmlns:a16="http://schemas.microsoft.com/office/drawing/2014/main" id="{7513372E-9A77-F6C0-3711-06B7FA846903}"/>
              </a:ext>
            </a:extLst>
          </p:cNvPr>
          <p:cNvSpPr/>
          <p:nvPr/>
        </p:nvSpPr>
        <p:spPr>
          <a:xfrm>
            <a:off x="11734165" y="2322576"/>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2" name="Rectangle 2331">
            <a:extLst>
              <a:ext uri="{FF2B5EF4-FFF2-40B4-BE49-F238E27FC236}">
                <a16:creationId xmlns:a16="http://schemas.microsoft.com/office/drawing/2014/main" id="{4CC514C1-7FA5-1268-9A3C-0027D39708EF}"/>
              </a:ext>
            </a:extLst>
          </p:cNvPr>
          <p:cNvSpPr/>
          <p:nvPr/>
        </p:nvSpPr>
        <p:spPr>
          <a:xfrm>
            <a:off x="9180576" y="2619248"/>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99" name="Rectangle 2398">
            <a:extLst>
              <a:ext uri="{FF2B5EF4-FFF2-40B4-BE49-F238E27FC236}">
                <a16:creationId xmlns:a16="http://schemas.microsoft.com/office/drawing/2014/main" id="{4808F7C6-7D84-53CB-4D74-2DEE2C73DE05}"/>
              </a:ext>
            </a:extLst>
          </p:cNvPr>
          <p:cNvSpPr/>
          <p:nvPr/>
        </p:nvSpPr>
        <p:spPr>
          <a:xfrm>
            <a:off x="11734165" y="2619248"/>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67" name="Rectangle 2466">
            <a:extLst>
              <a:ext uri="{FF2B5EF4-FFF2-40B4-BE49-F238E27FC236}">
                <a16:creationId xmlns:a16="http://schemas.microsoft.com/office/drawing/2014/main" id="{4995EF0E-F8C5-6AF5-BAB3-30951CB32E64}"/>
              </a:ext>
            </a:extLst>
          </p:cNvPr>
          <p:cNvSpPr/>
          <p:nvPr/>
        </p:nvSpPr>
        <p:spPr>
          <a:xfrm>
            <a:off x="9180576" y="2915920"/>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6" name="Rectangle 2535">
            <a:extLst>
              <a:ext uri="{FF2B5EF4-FFF2-40B4-BE49-F238E27FC236}">
                <a16:creationId xmlns:a16="http://schemas.microsoft.com/office/drawing/2014/main" id="{1517BC2F-2B26-38D0-3D35-FD9AB3564437}"/>
              </a:ext>
            </a:extLst>
          </p:cNvPr>
          <p:cNvSpPr/>
          <p:nvPr/>
        </p:nvSpPr>
        <p:spPr>
          <a:xfrm>
            <a:off x="11734165" y="2915920"/>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6" name="Rectangle 2605">
            <a:extLst>
              <a:ext uri="{FF2B5EF4-FFF2-40B4-BE49-F238E27FC236}">
                <a16:creationId xmlns:a16="http://schemas.microsoft.com/office/drawing/2014/main" id="{8DE055C6-F727-6036-8C0F-AC5EF8E45C42}"/>
              </a:ext>
            </a:extLst>
          </p:cNvPr>
          <p:cNvSpPr/>
          <p:nvPr/>
        </p:nvSpPr>
        <p:spPr>
          <a:xfrm>
            <a:off x="9180576" y="3212592"/>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7" name="Rectangle 2676">
            <a:extLst>
              <a:ext uri="{FF2B5EF4-FFF2-40B4-BE49-F238E27FC236}">
                <a16:creationId xmlns:a16="http://schemas.microsoft.com/office/drawing/2014/main" id="{B505D838-4B0B-EAFF-A075-97BFEDA1A3B1}"/>
              </a:ext>
            </a:extLst>
          </p:cNvPr>
          <p:cNvSpPr/>
          <p:nvPr/>
        </p:nvSpPr>
        <p:spPr>
          <a:xfrm>
            <a:off x="11734165" y="3212592"/>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9" name="Rectangle 2748">
            <a:extLst>
              <a:ext uri="{FF2B5EF4-FFF2-40B4-BE49-F238E27FC236}">
                <a16:creationId xmlns:a16="http://schemas.microsoft.com/office/drawing/2014/main" id="{EA66F14B-C3AD-12CA-F35D-B21A959892EB}"/>
              </a:ext>
            </a:extLst>
          </p:cNvPr>
          <p:cNvSpPr/>
          <p:nvPr/>
        </p:nvSpPr>
        <p:spPr>
          <a:xfrm>
            <a:off x="9180576" y="3509264"/>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22" name="Rectangle 2821">
            <a:extLst>
              <a:ext uri="{FF2B5EF4-FFF2-40B4-BE49-F238E27FC236}">
                <a16:creationId xmlns:a16="http://schemas.microsoft.com/office/drawing/2014/main" id="{444117B3-C8E6-0CE7-A20C-25AA3341656C}"/>
              </a:ext>
            </a:extLst>
          </p:cNvPr>
          <p:cNvSpPr/>
          <p:nvPr/>
        </p:nvSpPr>
        <p:spPr>
          <a:xfrm>
            <a:off x="11734165" y="3509264"/>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96" name="Rectangle 2895">
            <a:extLst>
              <a:ext uri="{FF2B5EF4-FFF2-40B4-BE49-F238E27FC236}">
                <a16:creationId xmlns:a16="http://schemas.microsoft.com/office/drawing/2014/main" id="{F0A9FF49-B5EA-07C1-6449-945A6D260574}"/>
              </a:ext>
            </a:extLst>
          </p:cNvPr>
          <p:cNvSpPr/>
          <p:nvPr/>
        </p:nvSpPr>
        <p:spPr>
          <a:xfrm>
            <a:off x="9180576" y="3805936"/>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71" name="Rectangle 2970">
            <a:extLst>
              <a:ext uri="{FF2B5EF4-FFF2-40B4-BE49-F238E27FC236}">
                <a16:creationId xmlns:a16="http://schemas.microsoft.com/office/drawing/2014/main" id="{A595841C-5E18-5551-2E51-71FB62C2F932}"/>
              </a:ext>
            </a:extLst>
          </p:cNvPr>
          <p:cNvSpPr/>
          <p:nvPr/>
        </p:nvSpPr>
        <p:spPr>
          <a:xfrm>
            <a:off x="11734165" y="3805936"/>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47" name="Rectangle 3046">
            <a:extLst>
              <a:ext uri="{FF2B5EF4-FFF2-40B4-BE49-F238E27FC236}">
                <a16:creationId xmlns:a16="http://schemas.microsoft.com/office/drawing/2014/main" id="{71F0C820-9E60-8E6E-504B-7ACF0B4109F0}"/>
              </a:ext>
            </a:extLst>
          </p:cNvPr>
          <p:cNvSpPr/>
          <p:nvPr/>
        </p:nvSpPr>
        <p:spPr>
          <a:xfrm>
            <a:off x="9180576" y="4102608"/>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24" name="Rectangle 3123">
            <a:extLst>
              <a:ext uri="{FF2B5EF4-FFF2-40B4-BE49-F238E27FC236}">
                <a16:creationId xmlns:a16="http://schemas.microsoft.com/office/drawing/2014/main" id="{E9B0C5F0-60DF-DFC7-4A27-DACED576B76D}"/>
              </a:ext>
            </a:extLst>
          </p:cNvPr>
          <p:cNvSpPr/>
          <p:nvPr/>
        </p:nvSpPr>
        <p:spPr>
          <a:xfrm>
            <a:off x="11734165" y="4102608"/>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02" name="Rectangle 3201">
            <a:extLst>
              <a:ext uri="{FF2B5EF4-FFF2-40B4-BE49-F238E27FC236}">
                <a16:creationId xmlns:a16="http://schemas.microsoft.com/office/drawing/2014/main" id="{137237FD-0F88-994F-B996-344A92FB3C6C}"/>
              </a:ext>
            </a:extLst>
          </p:cNvPr>
          <p:cNvSpPr/>
          <p:nvPr/>
        </p:nvSpPr>
        <p:spPr>
          <a:xfrm>
            <a:off x="9180576" y="4399280"/>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81" name="Rectangle 3280">
            <a:extLst>
              <a:ext uri="{FF2B5EF4-FFF2-40B4-BE49-F238E27FC236}">
                <a16:creationId xmlns:a16="http://schemas.microsoft.com/office/drawing/2014/main" id="{1178D053-1664-8CE2-8AFC-6924B7867701}"/>
              </a:ext>
            </a:extLst>
          </p:cNvPr>
          <p:cNvSpPr/>
          <p:nvPr/>
        </p:nvSpPr>
        <p:spPr>
          <a:xfrm>
            <a:off x="11734165" y="4399280"/>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61" name="Rectangle 3360">
            <a:extLst>
              <a:ext uri="{FF2B5EF4-FFF2-40B4-BE49-F238E27FC236}">
                <a16:creationId xmlns:a16="http://schemas.microsoft.com/office/drawing/2014/main" id="{952C3435-3C31-8097-3350-38FD220BD112}"/>
              </a:ext>
            </a:extLst>
          </p:cNvPr>
          <p:cNvSpPr/>
          <p:nvPr/>
        </p:nvSpPr>
        <p:spPr>
          <a:xfrm>
            <a:off x="9180576" y="4695952"/>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42" name="Rectangle 3441">
            <a:extLst>
              <a:ext uri="{FF2B5EF4-FFF2-40B4-BE49-F238E27FC236}">
                <a16:creationId xmlns:a16="http://schemas.microsoft.com/office/drawing/2014/main" id="{84D72829-AF0D-F198-7EA8-1643DC8C1986}"/>
              </a:ext>
            </a:extLst>
          </p:cNvPr>
          <p:cNvSpPr/>
          <p:nvPr/>
        </p:nvSpPr>
        <p:spPr>
          <a:xfrm>
            <a:off x="11734165" y="4695952"/>
            <a:ext cx="15875" cy="183239"/>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24" name="Rectangle 3523">
            <a:extLst>
              <a:ext uri="{FF2B5EF4-FFF2-40B4-BE49-F238E27FC236}">
                <a16:creationId xmlns:a16="http://schemas.microsoft.com/office/drawing/2014/main" id="{DB1B3090-DDB0-F7DA-85AE-DB8390A415C5}"/>
              </a:ext>
            </a:extLst>
          </p:cNvPr>
          <p:cNvSpPr/>
          <p:nvPr/>
        </p:nvSpPr>
        <p:spPr>
          <a:xfrm>
            <a:off x="9180576" y="4590288"/>
            <a:ext cx="2569464" cy="38646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a:solidFill>
                  <a:srgbClr val="44495B"/>
                </a:solidFill>
                <a:effectLst/>
                <a:latin typeface="Segoe UI" panose="020B0502040204020203" pitchFamily="34" charset="0"/>
              </a:rPr>
              <a:t>Cache scope — a single serving machine</a:t>
            </a:r>
            <a:endParaRPr lang="en-US"/>
          </a:p>
        </p:txBody>
      </p:sp>
      <p:sp>
        <p:nvSpPr>
          <p:cNvPr id="3607" name="Rectangle 3606">
            <a:extLst>
              <a:ext uri="{FF2B5EF4-FFF2-40B4-BE49-F238E27FC236}">
                <a16:creationId xmlns:a16="http://schemas.microsoft.com/office/drawing/2014/main" id="{393B9039-2734-48AC-A2BC-43AA761AA061}"/>
              </a:ext>
            </a:extLst>
          </p:cNvPr>
          <p:cNvSpPr/>
          <p:nvPr/>
        </p:nvSpPr>
        <p:spPr>
          <a:xfrm>
            <a:off x="457200" y="4956048"/>
            <a:ext cx="3657600" cy="2286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50" b="1" spc="140">
                <a:solidFill>
                  <a:srgbClr val="6E7488"/>
                </a:solidFill>
                <a:effectLst/>
                <a:latin typeface="Segoe UI" panose="020B0502040204020203" pitchFamily="34" charset="0"/>
              </a:rPr>
              <a:t>LEGEND</a:t>
            </a:r>
          </a:p>
          <a:p>
            <a:pPr algn="l">
              <a:buNone/>
            </a:pPr>
            <a:r>
              <a:rPr lang="en-US" sz="100">
                <a:effectLst/>
              </a:rPr>
              <a:t> </a:t>
            </a:r>
            <a:endParaRPr lang="en-US"/>
          </a:p>
        </p:txBody>
      </p:sp>
      <p:sp>
        <p:nvSpPr>
          <p:cNvPr id="3691" name="Rectangle 3690">
            <a:extLst>
              <a:ext uri="{FF2B5EF4-FFF2-40B4-BE49-F238E27FC236}">
                <a16:creationId xmlns:a16="http://schemas.microsoft.com/office/drawing/2014/main" id="{CA417DB1-19C5-1738-BA30-67ECD1A3C0B0}"/>
              </a:ext>
            </a:extLst>
          </p:cNvPr>
          <p:cNvSpPr/>
          <p:nvPr/>
        </p:nvSpPr>
        <p:spPr>
          <a:xfrm>
            <a:off x="457200" y="5230368"/>
            <a:ext cx="256032" cy="201168"/>
          </a:xfrm>
          <a:prstGeom prst="rect">
            <a:avLst/>
          </a:prstGeom>
          <a:solidFill>
            <a:srgbClr val="101A3C"/>
          </a:solidFill>
          <a:ln w="9525">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76" name="Rectangle 3775">
            <a:extLst>
              <a:ext uri="{FF2B5EF4-FFF2-40B4-BE49-F238E27FC236}">
                <a16:creationId xmlns:a16="http://schemas.microsoft.com/office/drawing/2014/main" id="{339E4113-9F19-F02E-A417-261E921E58FE}"/>
              </a:ext>
            </a:extLst>
          </p:cNvPr>
          <p:cNvSpPr/>
          <p:nvPr/>
        </p:nvSpPr>
        <p:spPr>
          <a:xfrm>
            <a:off x="822960" y="5184648"/>
            <a:ext cx="2270684" cy="3062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44495B"/>
                </a:solidFill>
                <a:effectLst/>
                <a:latin typeface="Segoe UI" panose="020B0502040204020203" pitchFamily="34" charset="0"/>
              </a:rPr>
              <a:t>Azure OpenAI service</a:t>
            </a:r>
            <a:endParaRPr lang="en-US"/>
          </a:p>
        </p:txBody>
      </p:sp>
      <p:sp>
        <p:nvSpPr>
          <p:cNvPr id="3862" name="Rectangle 3861">
            <a:extLst>
              <a:ext uri="{FF2B5EF4-FFF2-40B4-BE49-F238E27FC236}">
                <a16:creationId xmlns:a16="http://schemas.microsoft.com/office/drawing/2014/main" id="{10F28A31-3CAA-A3C3-909F-A069E7270B25}"/>
              </a:ext>
            </a:extLst>
          </p:cNvPr>
          <p:cNvSpPr/>
          <p:nvPr/>
        </p:nvSpPr>
        <p:spPr>
          <a:xfrm>
            <a:off x="3276524" y="5230368"/>
            <a:ext cx="256032" cy="201168"/>
          </a:xfrm>
          <a:prstGeom prst="rect">
            <a:avLst/>
          </a:prstGeom>
          <a:solidFill>
            <a:srgbClr val="FFFFFF"/>
          </a:solidFill>
          <a:ln w="9525">
            <a:solidFill>
              <a:srgbClr val="C2CDE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49" name="Rectangle 3948">
            <a:extLst>
              <a:ext uri="{FF2B5EF4-FFF2-40B4-BE49-F238E27FC236}">
                <a16:creationId xmlns:a16="http://schemas.microsoft.com/office/drawing/2014/main" id="{6DD2545D-C2C6-8808-B60C-1BA13C60392F}"/>
              </a:ext>
            </a:extLst>
          </p:cNvPr>
          <p:cNvSpPr/>
          <p:nvPr/>
        </p:nvSpPr>
        <p:spPr>
          <a:xfrm>
            <a:off x="3642284" y="5184648"/>
            <a:ext cx="2270684"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44495B"/>
                </a:solidFill>
                <a:effectLst/>
                <a:latin typeface="Segoe UI" panose="020B0502040204020203" pitchFamily="34" charset="0"/>
              </a:rPr>
              <a:t>Azure resource or capability</a:t>
            </a:r>
            <a:endParaRPr lang="en-US"/>
          </a:p>
        </p:txBody>
      </p:sp>
      <p:sp>
        <p:nvSpPr>
          <p:cNvPr id="4037" name="Rectangle 4036">
            <a:extLst>
              <a:ext uri="{FF2B5EF4-FFF2-40B4-BE49-F238E27FC236}">
                <a16:creationId xmlns:a16="http://schemas.microsoft.com/office/drawing/2014/main" id="{E1332C56-A3C7-B62F-A849-BBDB61902FE3}"/>
              </a:ext>
            </a:extLst>
          </p:cNvPr>
          <p:cNvSpPr/>
          <p:nvPr/>
        </p:nvSpPr>
        <p:spPr>
          <a:xfrm>
            <a:off x="6095848" y="5230368"/>
            <a:ext cx="256032" cy="201168"/>
          </a:xfrm>
          <a:prstGeom prst="rect">
            <a:avLst/>
          </a:prstGeom>
          <a:solidFill>
            <a:srgbClr val="EBEFF7"/>
          </a:solidFill>
          <a:ln w="9525">
            <a:solidFill>
              <a:srgbClr val="C2CDE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26" name="Rectangle 4125">
            <a:extLst>
              <a:ext uri="{FF2B5EF4-FFF2-40B4-BE49-F238E27FC236}">
                <a16:creationId xmlns:a16="http://schemas.microsoft.com/office/drawing/2014/main" id="{B2F4CDFC-F526-FD44-D62E-DE20E6DACA8E}"/>
              </a:ext>
            </a:extLst>
          </p:cNvPr>
          <p:cNvSpPr/>
          <p:nvPr/>
        </p:nvSpPr>
        <p:spPr>
          <a:xfrm>
            <a:off x="6461608" y="5184648"/>
            <a:ext cx="2270684"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44495B"/>
                </a:solidFill>
                <a:effectLst/>
                <a:latin typeface="Segoe UI" panose="020B0502040204020203" pitchFamily="34" charset="0"/>
              </a:rPr>
              <a:t>Caller or customer-owned element</a:t>
            </a:r>
            <a:endParaRPr lang="en-US"/>
          </a:p>
        </p:txBody>
      </p:sp>
      <p:sp>
        <p:nvSpPr>
          <p:cNvPr id="4216" name="Rectangle 4215">
            <a:extLst>
              <a:ext uri="{FF2B5EF4-FFF2-40B4-BE49-F238E27FC236}">
                <a16:creationId xmlns:a16="http://schemas.microsoft.com/office/drawing/2014/main" id="{027583AA-03A6-7A7D-2F52-20D57B68CEE9}"/>
              </a:ext>
            </a:extLst>
          </p:cNvPr>
          <p:cNvSpPr/>
          <p:nvPr/>
        </p:nvSpPr>
        <p:spPr>
          <a:xfrm>
            <a:off x="8915171" y="5230368"/>
            <a:ext cx="52519" cy="12700"/>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07" name="Rectangle 4306">
            <a:extLst>
              <a:ext uri="{FF2B5EF4-FFF2-40B4-BE49-F238E27FC236}">
                <a16:creationId xmlns:a16="http://schemas.microsoft.com/office/drawing/2014/main" id="{D1746545-C26B-28D0-FBD3-16A846D66EB0}"/>
              </a:ext>
            </a:extLst>
          </p:cNvPr>
          <p:cNvSpPr/>
          <p:nvPr/>
        </p:nvSpPr>
        <p:spPr>
          <a:xfrm>
            <a:off x="8915171" y="5418836"/>
            <a:ext cx="52519" cy="12700"/>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99" name="Rectangle 4398">
            <a:extLst>
              <a:ext uri="{FF2B5EF4-FFF2-40B4-BE49-F238E27FC236}">
                <a16:creationId xmlns:a16="http://schemas.microsoft.com/office/drawing/2014/main" id="{765A7D58-EE72-97D4-5A64-741B3161B2E2}"/>
              </a:ext>
            </a:extLst>
          </p:cNvPr>
          <p:cNvSpPr/>
          <p:nvPr/>
        </p:nvSpPr>
        <p:spPr>
          <a:xfrm>
            <a:off x="9000515" y="5230368"/>
            <a:ext cx="52519" cy="12700"/>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92" name="Rectangle 4491">
            <a:extLst>
              <a:ext uri="{FF2B5EF4-FFF2-40B4-BE49-F238E27FC236}">
                <a16:creationId xmlns:a16="http://schemas.microsoft.com/office/drawing/2014/main" id="{F318372A-7781-4CEF-24A0-3895E065B039}"/>
              </a:ext>
            </a:extLst>
          </p:cNvPr>
          <p:cNvSpPr/>
          <p:nvPr/>
        </p:nvSpPr>
        <p:spPr>
          <a:xfrm>
            <a:off x="9000515" y="5418836"/>
            <a:ext cx="52519" cy="12700"/>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86" name="Rectangle 4585">
            <a:extLst>
              <a:ext uri="{FF2B5EF4-FFF2-40B4-BE49-F238E27FC236}">
                <a16:creationId xmlns:a16="http://schemas.microsoft.com/office/drawing/2014/main" id="{4546792B-9C7D-AF20-0F22-7E37C5CDA202}"/>
              </a:ext>
            </a:extLst>
          </p:cNvPr>
          <p:cNvSpPr/>
          <p:nvPr/>
        </p:nvSpPr>
        <p:spPr>
          <a:xfrm>
            <a:off x="9085859" y="5230368"/>
            <a:ext cx="52519" cy="12700"/>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81" name="Rectangle 4680">
            <a:extLst>
              <a:ext uri="{FF2B5EF4-FFF2-40B4-BE49-F238E27FC236}">
                <a16:creationId xmlns:a16="http://schemas.microsoft.com/office/drawing/2014/main" id="{7B89E839-ABAB-6B8B-049A-330614160F05}"/>
              </a:ext>
            </a:extLst>
          </p:cNvPr>
          <p:cNvSpPr/>
          <p:nvPr/>
        </p:nvSpPr>
        <p:spPr>
          <a:xfrm>
            <a:off x="9085859" y="5418836"/>
            <a:ext cx="52519" cy="12700"/>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77" name="Rectangle 4776">
            <a:extLst>
              <a:ext uri="{FF2B5EF4-FFF2-40B4-BE49-F238E27FC236}">
                <a16:creationId xmlns:a16="http://schemas.microsoft.com/office/drawing/2014/main" id="{DA404283-7CF3-5302-35DA-628E8A418597}"/>
              </a:ext>
            </a:extLst>
          </p:cNvPr>
          <p:cNvSpPr/>
          <p:nvPr/>
        </p:nvSpPr>
        <p:spPr>
          <a:xfrm>
            <a:off x="8915171" y="5230368"/>
            <a:ext cx="12700" cy="4126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74" name="Rectangle 4873">
            <a:extLst>
              <a:ext uri="{FF2B5EF4-FFF2-40B4-BE49-F238E27FC236}">
                <a16:creationId xmlns:a16="http://schemas.microsoft.com/office/drawing/2014/main" id="{65966D33-6EB6-3AB5-2969-DC37C538E5E1}"/>
              </a:ext>
            </a:extLst>
          </p:cNvPr>
          <p:cNvSpPr/>
          <p:nvPr/>
        </p:nvSpPr>
        <p:spPr>
          <a:xfrm>
            <a:off x="9158503" y="5230368"/>
            <a:ext cx="12700" cy="4126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72" name="Rectangle 4971">
            <a:extLst>
              <a:ext uri="{FF2B5EF4-FFF2-40B4-BE49-F238E27FC236}">
                <a16:creationId xmlns:a16="http://schemas.microsoft.com/office/drawing/2014/main" id="{D775E028-C51F-51EB-E1E5-B25BCB2A910D}"/>
              </a:ext>
            </a:extLst>
          </p:cNvPr>
          <p:cNvSpPr/>
          <p:nvPr/>
        </p:nvSpPr>
        <p:spPr>
          <a:xfrm>
            <a:off x="8915171" y="5297424"/>
            <a:ext cx="12700" cy="4126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71" name="Rectangle 5070">
            <a:extLst>
              <a:ext uri="{FF2B5EF4-FFF2-40B4-BE49-F238E27FC236}">
                <a16:creationId xmlns:a16="http://schemas.microsoft.com/office/drawing/2014/main" id="{18BABD7C-9EB4-69B4-AA3B-883D9BEA39FD}"/>
              </a:ext>
            </a:extLst>
          </p:cNvPr>
          <p:cNvSpPr/>
          <p:nvPr/>
        </p:nvSpPr>
        <p:spPr>
          <a:xfrm>
            <a:off x="9158503" y="5297424"/>
            <a:ext cx="12700" cy="4126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71" name="Rectangle 5170">
            <a:extLst>
              <a:ext uri="{FF2B5EF4-FFF2-40B4-BE49-F238E27FC236}">
                <a16:creationId xmlns:a16="http://schemas.microsoft.com/office/drawing/2014/main" id="{786C38F6-A8F8-2B28-5DDC-A1E6E49D8CBF}"/>
              </a:ext>
            </a:extLst>
          </p:cNvPr>
          <p:cNvSpPr/>
          <p:nvPr/>
        </p:nvSpPr>
        <p:spPr>
          <a:xfrm>
            <a:off x="8915171" y="5364480"/>
            <a:ext cx="12700" cy="4126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72" name="Rectangle 5271">
            <a:extLst>
              <a:ext uri="{FF2B5EF4-FFF2-40B4-BE49-F238E27FC236}">
                <a16:creationId xmlns:a16="http://schemas.microsoft.com/office/drawing/2014/main" id="{7D2E3BE2-0503-F1D5-D800-9C07F3C1D244}"/>
              </a:ext>
            </a:extLst>
          </p:cNvPr>
          <p:cNvSpPr/>
          <p:nvPr/>
        </p:nvSpPr>
        <p:spPr>
          <a:xfrm>
            <a:off x="9158503" y="5364480"/>
            <a:ext cx="12700" cy="41265"/>
          </a:xfrm>
          <a:prstGeom prst="rect">
            <a:avLst/>
          </a:prstGeom>
          <a:solidFill>
            <a:srgbClr val="44495B"/>
          </a:solidFill>
          <a:ln>
            <a:solidFill>
              <a:srgbClr val="44495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74" name="Rectangle 5373">
            <a:extLst>
              <a:ext uri="{FF2B5EF4-FFF2-40B4-BE49-F238E27FC236}">
                <a16:creationId xmlns:a16="http://schemas.microsoft.com/office/drawing/2014/main" id="{2990A9AE-7F18-F5BD-F43D-9F762E3D9E4B}"/>
              </a:ext>
            </a:extLst>
          </p:cNvPr>
          <p:cNvSpPr/>
          <p:nvPr/>
        </p:nvSpPr>
        <p:spPr>
          <a:xfrm>
            <a:off x="9280931" y="5184648"/>
            <a:ext cx="2270684" cy="3062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44495B"/>
                </a:solidFill>
                <a:effectLst/>
                <a:latin typeface="Segoe UI" panose="020B0502040204020203" pitchFamily="34" charset="0"/>
              </a:rPr>
              <a:t>A boundary</a:t>
            </a:r>
          </a:p>
          <a:p>
            <a:pPr algn="l">
              <a:buNone/>
            </a:pPr>
            <a:r>
              <a:rPr lang="en-US" sz="100">
                <a:effectLst/>
              </a:rPr>
              <a:t> </a:t>
            </a:r>
            <a:endParaRPr lang="en-US"/>
          </a:p>
        </p:txBody>
      </p:sp>
    </p:spTree>
    <p:extLst>
      <p:ext uri="{BB962C8B-B14F-4D97-AF65-F5344CB8AC3E}">
        <p14:creationId xmlns:p14="http://schemas.microsoft.com/office/powerpoint/2010/main" val="620387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837" name="Rectangle 25836">
            <a:extLst>
              <a:ext uri="{FF2B5EF4-FFF2-40B4-BE49-F238E27FC236}">
                <a16:creationId xmlns:a16="http://schemas.microsoft.com/office/drawing/2014/main" id="{E8FA84D0-2E7C-3520-3D32-22D3538D9DE6}"/>
              </a:ext>
            </a:extLst>
          </p:cNvPr>
          <p:cNvSpPr/>
          <p:nvPr/>
        </p:nvSpPr>
        <p:spPr>
          <a:xfrm>
            <a:off x="457200" y="201168"/>
            <a:ext cx="8229600" cy="3715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spc="150">
                <a:solidFill>
                  <a:srgbClr val="00B39F"/>
                </a:solidFill>
                <a:effectLst/>
                <a:latin typeface="Segoe UI" panose="020B0502040204020203" pitchFamily="34" charset="0"/>
              </a:rPr>
              <a:t>MECHANISM</a:t>
            </a:r>
            <a:endParaRPr lang="en-US"/>
          </a:p>
        </p:txBody>
      </p:sp>
      <p:sp>
        <p:nvSpPr>
          <p:cNvPr id="25839" name="Rectangle 25838">
            <a:extLst>
              <a:ext uri="{FF2B5EF4-FFF2-40B4-BE49-F238E27FC236}">
                <a16:creationId xmlns:a16="http://schemas.microsoft.com/office/drawing/2014/main" id="{FD3B322B-26F3-80BB-95CE-D343440830D8}"/>
              </a:ext>
            </a:extLst>
          </p:cNvPr>
          <p:cNvSpPr/>
          <p:nvPr/>
        </p:nvSpPr>
        <p:spPr>
          <a:xfrm>
            <a:off x="457200" y="411480"/>
            <a:ext cx="1078992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01A3C"/>
                </a:solidFill>
                <a:effectLst/>
                <a:latin typeface="Segoe UI" panose="020B0502040204020203" pitchFamily="34" charset="0"/>
              </a:rPr>
              <a:t>Cache eligibility and matching</a:t>
            </a:r>
            <a:endParaRPr lang="en-US"/>
          </a:p>
        </p:txBody>
      </p:sp>
      <p:sp>
        <p:nvSpPr>
          <p:cNvPr id="25842" name="Rectangle 25841">
            <a:extLst>
              <a:ext uri="{FF2B5EF4-FFF2-40B4-BE49-F238E27FC236}">
                <a16:creationId xmlns:a16="http://schemas.microsoft.com/office/drawing/2014/main" id="{75ADD0CE-ACB7-0986-33B7-FF3178890A76}"/>
              </a:ext>
            </a:extLst>
          </p:cNvPr>
          <p:cNvSpPr/>
          <p:nvPr/>
        </p:nvSpPr>
        <p:spPr>
          <a:xfrm>
            <a:off x="457200" y="914400"/>
            <a:ext cx="109728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50">
                <a:solidFill>
                  <a:srgbClr val="44495B"/>
                </a:solidFill>
                <a:effectLst/>
                <a:latin typeface="Segoe UI" panose="020B0502040204020203" pitchFamily="34" charset="0"/>
              </a:rPr>
              <a:t>The longest matching cached prefix is reused. Cache breakpoint: a marker for the end of a reusable prefix.</a:t>
            </a:r>
            <a:endParaRPr lang="en-US"/>
          </a:p>
        </p:txBody>
      </p:sp>
      <p:sp>
        <p:nvSpPr>
          <p:cNvPr id="25846" name="Rectangle 25845">
            <a:extLst>
              <a:ext uri="{FF2B5EF4-FFF2-40B4-BE49-F238E27FC236}">
                <a16:creationId xmlns:a16="http://schemas.microsoft.com/office/drawing/2014/main" id="{FE970A38-A357-63C6-BF8F-2A23D5E89F71}"/>
              </a:ext>
            </a:extLst>
          </p:cNvPr>
          <p:cNvSpPr/>
          <p:nvPr/>
        </p:nvSpPr>
        <p:spPr>
          <a:xfrm>
            <a:off x="457200" y="5760720"/>
            <a:ext cx="722376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6E7488"/>
                </a:solidFill>
                <a:effectLst/>
                <a:latin typeface="Segoe UI" panose="020B0502040204020203" pitchFamily="34" charset="0"/>
              </a:rPr>
              <a:t>Source: Learn · azure/foundry/openai/how-to/prompt-caching · OpenAI · guides/prompt-caching</a:t>
            </a:r>
          </a:p>
          <a:p>
            <a:pPr algn="l">
              <a:buNone/>
            </a:pPr>
            <a:r>
              <a:rPr lang="en-US" sz="100">
                <a:effectLst/>
              </a:rPr>
              <a:t> </a:t>
            </a:r>
            <a:endParaRPr lang="en-US"/>
          </a:p>
        </p:txBody>
      </p:sp>
      <p:sp>
        <p:nvSpPr>
          <p:cNvPr id="25851" name="Rectangle 25850">
            <a:extLst>
              <a:ext uri="{FF2B5EF4-FFF2-40B4-BE49-F238E27FC236}">
                <a16:creationId xmlns:a16="http://schemas.microsoft.com/office/drawing/2014/main" id="{0CBBABBB-A139-8238-2781-712E37DF969B}"/>
              </a:ext>
            </a:extLst>
          </p:cNvPr>
          <p:cNvSpPr/>
          <p:nvPr/>
        </p:nvSpPr>
        <p:spPr>
          <a:xfrm>
            <a:off x="7772400" y="5760720"/>
            <a:ext cx="3962095"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900">
                <a:solidFill>
                  <a:srgbClr val="6E7488"/>
                </a:solidFill>
                <a:effectLst/>
                <a:latin typeface="Segoe UI" panose="020B0502040204020203" pitchFamily="34" charset="0"/>
              </a:rPr>
              <a:t>Prompt caching · September 2026 · 3</a:t>
            </a:r>
          </a:p>
          <a:p>
            <a:pPr algn="r">
              <a:buNone/>
            </a:pPr>
            <a:r>
              <a:rPr lang="en-US" sz="100">
                <a:effectLst/>
              </a:rPr>
              <a:t> </a:t>
            </a:r>
            <a:endParaRPr lang="en-US"/>
          </a:p>
        </p:txBody>
      </p:sp>
      <p:sp>
        <p:nvSpPr>
          <p:cNvPr id="25857" name="Rectangle 25856">
            <a:extLst>
              <a:ext uri="{FF2B5EF4-FFF2-40B4-BE49-F238E27FC236}">
                <a16:creationId xmlns:a16="http://schemas.microsoft.com/office/drawing/2014/main" id="{D11ABFFD-6FC6-3686-574C-A7957684F9EA}"/>
              </a:ext>
            </a:extLst>
          </p:cNvPr>
          <p:cNvSpPr/>
          <p:nvPr/>
        </p:nvSpPr>
        <p:spPr>
          <a:xfrm>
            <a:off x="457200" y="1261872"/>
            <a:ext cx="5303520" cy="402336"/>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101A3C"/>
                </a:solidFill>
                <a:effectLst/>
                <a:latin typeface="Segoe UI" panose="020B0502040204020203" pitchFamily="34" charset="0"/>
              </a:rPr>
              <a:t>Request rendered</a:t>
            </a:r>
            <a:endParaRPr lang="en-US"/>
          </a:p>
        </p:txBody>
      </p:sp>
      <p:sp>
        <p:nvSpPr>
          <p:cNvPr id="25864" name="Rectangle 25863">
            <a:extLst>
              <a:ext uri="{FF2B5EF4-FFF2-40B4-BE49-F238E27FC236}">
                <a16:creationId xmlns:a16="http://schemas.microsoft.com/office/drawing/2014/main" id="{33997E5E-5BB1-92D2-5118-B5361D01E5D0}"/>
              </a:ext>
            </a:extLst>
          </p:cNvPr>
          <p:cNvSpPr/>
          <p:nvPr/>
        </p:nvSpPr>
        <p:spPr>
          <a:xfrm>
            <a:off x="3098902" y="1664208"/>
            <a:ext cx="20117" cy="109728"/>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72" name="Arrow: Down 25871">
            <a:extLst>
              <a:ext uri="{FF2B5EF4-FFF2-40B4-BE49-F238E27FC236}">
                <a16:creationId xmlns:a16="http://schemas.microsoft.com/office/drawing/2014/main" id="{EF653BA7-8F90-EC2C-3988-3227DC8226B5}"/>
              </a:ext>
            </a:extLst>
          </p:cNvPr>
          <p:cNvSpPr/>
          <p:nvPr/>
        </p:nvSpPr>
        <p:spPr>
          <a:xfrm>
            <a:off x="3026664" y="1746504"/>
            <a:ext cx="164592" cy="137160"/>
          </a:xfrm>
          <a:prstGeom prst="down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81" name="Oval 25880">
            <a:extLst>
              <a:ext uri="{FF2B5EF4-FFF2-40B4-BE49-F238E27FC236}">
                <a16:creationId xmlns:a16="http://schemas.microsoft.com/office/drawing/2014/main" id="{86DDDE1F-4380-DF8F-EC9A-0511178486B5}"/>
              </a:ext>
            </a:extLst>
          </p:cNvPr>
          <p:cNvSpPr/>
          <p:nvPr/>
        </p:nvSpPr>
        <p:spPr>
          <a:xfrm>
            <a:off x="3328416" y="1627632"/>
            <a:ext cx="292608" cy="292608"/>
          </a:xfrm>
          <a:prstGeom prst="ellipse">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b="1">
                <a:solidFill>
                  <a:srgbClr val="000000"/>
                </a:solidFill>
                <a:effectLst/>
                <a:latin typeface="Segoe UI" panose="020B0502040204020203" pitchFamily="34" charset="0"/>
              </a:rPr>
              <a:t>1</a:t>
            </a:r>
          </a:p>
          <a:p>
            <a:pPr algn="ctr">
              <a:buNone/>
            </a:pPr>
            <a:r>
              <a:rPr lang="en-US" sz="100">
                <a:effectLst/>
              </a:rPr>
              <a:t> </a:t>
            </a:r>
            <a:endParaRPr lang="en-US"/>
          </a:p>
        </p:txBody>
      </p:sp>
      <p:sp>
        <p:nvSpPr>
          <p:cNvPr id="25891" name="Rectangle 25890">
            <a:extLst>
              <a:ext uri="{FF2B5EF4-FFF2-40B4-BE49-F238E27FC236}">
                <a16:creationId xmlns:a16="http://schemas.microsoft.com/office/drawing/2014/main" id="{CE6B955C-ED1E-BD7F-FC64-91FE1CBAF61D}"/>
              </a:ext>
            </a:extLst>
          </p:cNvPr>
          <p:cNvSpPr/>
          <p:nvPr/>
        </p:nvSpPr>
        <p:spPr>
          <a:xfrm>
            <a:off x="457200" y="1883664"/>
            <a:ext cx="5303520" cy="402336"/>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101A3C"/>
                </a:solidFill>
                <a:effectLst/>
                <a:latin typeface="Segoe UI" panose="020B0502040204020203" pitchFamily="34" charset="0"/>
              </a:rPr>
              <a:t>Prefix routed to a serving machine</a:t>
            </a:r>
            <a:endParaRPr lang="en-US"/>
          </a:p>
        </p:txBody>
      </p:sp>
      <p:sp>
        <p:nvSpPr>
          <p:cNvPr id="25902" name="Rectangle 25901">
            <a:extLst>
              <a:ext uri="{FF2B5EF4-FFF2-40B4-BE49-F238E27FC236}">
                <a16:creationId xmlns:a16="http://schemas.microsoft.com/office/drawing/2014/main" id="{37FAE2CB-3F52-F057-EEDB-3F5C3CADF14B}"/>
              </a:ext>
            </a:extLst>
          </p:cNvPr>
          <p:cNvSpPr/>
          <p:nvPr/>
        </p:nvSpPr>
        <p:spPr>
          <a:xfrm>
            <a:off x="3098902" y="2286000"/>
            <a:ext cx="20117" cy="109728"/>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914" name="Arrow: Down 25913">
            <a:extLst>
              <a:ext uri="{FF2B5EF4-FFF2-40B4-BE49-F238E27FC236}">
                <a16:creationId xmlns:a16="http://schemas.microsoft.com/office/drawing/2014/main" id="{AA6F2519-C69E-0CA5-CFB3-23CEECCB64FA}"/>
              </a:ext>
            </a:extLst>
          </p:cNvPr>
          <p:cNvSpPr/>
          <p:nvPr/>
        </p:nvSpPr>
        <p:spPr>
          <a:xfrm>
            <a:off x="3026664" y="2368296"/>
            <a:ext cx="164592" cy="137160"/>
          </a:xfrm>
          <a:prstGeom prst="down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927" name="Oval 25926">
            <a:extLst>
              <a:ext uri="{FF2B5EF4-FFF2-40B4-BE49-F238E27FC236}">
                <a16:creationId xmlns:a16="http://schemas.microsoft.com/office/drawing/2014/main" id="{22D1838D-BB2C-3DF4-1B1B-44FBC9A705D9}"/>
              </a:ext>
            </a:extLst>
          </p:cNvPr>
          <p:cNvSpPr/>
          <p:nvPr/>
        </p:nvSpPr>
        <p:spPr>
          <a:xfrm>
            <a:off x="3328416" y="2249424"/>
            <a:ext cx="292608" cy="292608"/>
          </a:xfrm>
          <a:prstGeom prst="ellipse">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b="1">
                <a:solidFill>
                  <a:srgbClr val="000000"/>
                </a:solidFill>
                <a:effectLst/>
                <a:latin typeface="Segoe UI" panose="020B0502040204020203" pitchFamily="34" charset="0"/>
              </a:rPr>
              <a:t>2</a:t>
            </a:r>
          </a:p>
          <a:p>
            <a:pPr algn="ctr">
              <a:buNone/>
            </a:pPr>
            <a:r>
              <a:rPr lang="en-US" sz="100">
                <a:effectLst/>
              </a:rPr>
              <a:t> </a:t>
            </a:r>
            <a:endParaRPr lang="en-US"/>
          </a:p>
        </p:txBody>
      </p:sp>
      <p:sp>
        <p:nvSpPr>
          <p:cNvPr id="25941" name="Rectangle 25940">
            <a:extLst>
              <a:ext uri="{FF2B5EF4-FFF2-40B4-BE49-F238E27FC236}">
                <a16:creationId xmlns:a16="http://schemas.microsoft.com/office/drawing/2014/main" id="{577A7246-11CD-EAA5-2257-1764B4685F44}"/>
              </a:ext>
            </a:extLst>
          </p:cNvPr>
          <p:cNvSpPr/>
          <p:nvPr/>
        </p:nvSpPr>
        <p:spPr>
          <a:xfrm>
            <a:off x="457200" y="2505456"/>
            <a:ext cx="5303520" cy="402336"/>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101A3C"/>
                </a:solidFill>
                <a:effectLst/>
                <a:latin typeface="Segoe UI" panose="020B0502040204020203" pitchFamily="34" charset="0"/>
              </a:rPr>
              <a:t>Longest matching cached prefix retrieved</a:t>
            </a:r>
            <a:endParaRPr lang="en-US"/>
          </a:p>
        </p:txBody>
      </p:sp>
      <p:sp>
        <p:nvSpPr>
          <p:cNvPr id="25956" name="Rectangle 25955">
            <a:extLst>
              <a:ext uri="{FF2B5EF4-FFF2-40B4-BE49-F238E27FC236}">
                <a16:creationId xmlns:a16="http://schemas.microsoft.com/office/drawing/2014/main" id="{50F83A49-B27F-59F6-7160-913448ED61D9}"/>
              </a:ext>
            </a:extLst>
          </p:cNvPr>
          <p:cNvSpPr/>
          <p:nvPr/>
        </p:nvSpPr>
        <p:spPr>
          <a:xfrm>
            <a:off x="3098902" y="2907792"/>
            <a:ext cx="20117" cy="128016"/>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972" name="Rectangle 25971">
            <a:extLst>
              <a:ext uri="{FF2B5EF4-FFF2-40B4-BE49-F238E27FC236}">
                <a16:creationId xmlns:a16="http://schemas.microsoft.com/office/drawing/2014/main" id="{9E58B8F9-60EE-36A6-E7B2-8ACAA38F42CC}"/>
              </a:ext>
            </a:extLst>
          </p:cNvPr>
          <p:cNvSpPr/>
          <p:nvPr/>
        </p:nvSpPr>
        <p:spPr>
          <a:xfrm>
            <a:off x="1737360" y="3026664"/>
            <a:ext cx="2743200" cy="20117"/>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989" name="Rectangle 25988">
            <a:extLst>
              <a:ext uri="{FF2B5EF4-FFF2-40B4-BE49-F238E27FC236}">
                <a16:creationId xmlns:a16="http://schemas.microsoft.com/office/drawing/2014/main" id="{CFFC0AA3-E087-BDFF-116C-79CBD6B5C63A}"/>
              </a:ext>
            </a:extLst>
          </p:cNvPr>
          <p:cNvSpPr/>
          <p:nvPr/>
        </p:nvSpPr>
        <p:spPr>
          <a:xfrm>
            <a:off x="1727302" y="3026664"/>
            <a:ext cx="20117" cy="109728"/>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07" name="Arrow: Down 26006">
            <a:extLst>
              <a:ext uri="{FF2B5EF4-FFF2-40B4-BE49-F238E27FC236}">
                <a16:creationId xmlns:a16="http://schemas.microsoft.com/office/drawing/2014/main" id="{1550EDA5-0276-7473-BC7D-1CB5D2B08A2F}"/>
              </a:ext>
            </a:extLst>
          </p:cNvPr>
          <p:cNvSpPr/>
          <p:nvPr/>
        </p:nvSpPr>
        <p:spPr>
          <a:xfrm>
            <a:off x="1655064" y="3118104"/>
            <a:ext cx="164592" cy="137160"/>
          </a:xfrm>
          <a:prstGeom prst="down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26" name="Rectangle 26025">
            <a:extLst>
              <a:ext uri="{FF2B5EF4-FFF2-40B4-BE49-F238E27FC236}">
                <a16:creationId xmlns:a16="http://schemas.microsoft.com/office/drawing/2014/main" id="{682D7BE3-FB41-784D-AEF6-9E74ABA90D84}"/>
              </a:ext>
            </a:extLst>
          </p:cNvPr>
          <p:cNvSpPr/>
          <p:nvPr/>
        </p:nvSpPr>
        <p:spPr>
          <a:xfrm>
            <a:off x="4470502" y="3026664"/>
            <a:ext cx="20117" cy="109728"/>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46" name="Arrow: Down 26045">
            <a:extLst>
              <a:ext uri="{FF2B5EF4-FFF2-40B4-BE49-F238E27FC236}">
                <a16:creationId xmlns:a16="http://schemas.microsoft.com/office/drawing/2014/main" id="{F268925C-32E9-73DA-ABDB-F0C80C7411C8}"/>
              </a:ext>
            </a:extLst>
          </p:cNvPr>
          <p:cNvSpPr/>
          <p:nvPr/>
        </p:nvSpPr>
        <p:spPr>
          <a:xfrm>
            <a:off x="4398264" y="3118104"/>
            <a:ext cx="164592" cy="137160"/>
          </a:xfrm>
          <a:prstGeom prst="down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067" name="Oval 26066">
            <a:extLst>
              <a:ext uri="{FF2B5EF4-FFF2-40B4-BE49-F238E27FC236}">
                <a16:creationId xmlns:a16="http://schemas.microsoft.com/office/drawing/2014/main" id="{0E448A41-5550-3F90-A158-E4B0F69A8742}"/>
              </a:ext>
            </a:extLst>
          </p:cNvPr>
          <p:cNvSpPr/>
          <p:nvPr/>
        </p:nvSpPr>
        <p:spPr>
          <a:xfrm>
            <a:off x="3328416" y="2926080"/>
            <a:ext cx="292608" cy="292608"/>
          </a:xfrm>
          <a:prstGeom prst="ellipse">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b="1">
                <a:solidFill>
                  <a:srgbClr val="000000"/>
                </a:solidFill>
                <a:effectLst/>
                <a:latin typeface="Segoe UI" panose="020B0502040204020203" pitchFamily="34" charset="0"/>
              </a:rPr>
              <a:t>3</a:t>
            </a:r>
          </a:p>
          <a:p>
            <a:pPr algn="ctr">
              <a:buNone/>
            </a:pPr>
            <a:r>
              <a:rPr lang="en-US" sz="100">
                <a:effectLst/>
              </a:rPr>
              <a:t> </a:t>
            </a:r>
            <a:endParaRPr lang="en-US"/>
          </a:p>
        </p:txBody>
      </p:sp>
      <p:sp>
        <p:nvSpPr>
          <p:cNvPr id="26089" name="Rectangle 26088">
            <a:extLst>
              <a:ext uri="{FF2B5EF4-FFF2-40B4-BE49-F238E27FC236}">
                <a16:creationId xmlns:a16="http://schemas.microsoft.com/office/drawing/2014/main" id="{709FEC80-7CBF-E8C3-B2A4-A73A63ED5289}"/>
              </a:ext>
            </a:extLst>
          </p:cNvPr>
          <p:cNvSpPr/>
          <p:nvPr/>
        </p:nvSpPr>
        <p:spPr>
          <a:xfrm>
            <a:off x="457200" y="3255264"/>
            <a:ext cx="2560320" cy="493776"/>
          </a:xfrm>
          <a:prstGeom prst="rect">
            <a:avLst/>
          </a:prstGeom>
          <a:solidFill>
            <a:srgbClr val="FFFFFF"/>
          </a:solidFill>
          <a:ln w="15875">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b="1">
                <a:solidFill>
                  <a:srgbClr val="101A3C"/>
                </a:solidFill>
                <a:effectLst/>
                <a:latin typeface="Segoe UI" panose="020B0502040204020203" pitchFamily="34" charset="0"/>
              </a:rPr>
              <a:t>Cache hit — stored token computations reused</a:t>
            </a:r>
            <a:endParaRPr lang="en-US"/>
          </a:p>
        </p:txBody>
      </p:sp>
      <p:sp>
        <p:nvSpPr>
          <p:cNvPr id="26112" name="Rectangle 26111">
            <a:extLst>
              <a:ext uri="{FF2B5EF4-FFF2-40B4-BE49-F238E27FC236}">
                <a16:creationId xmlns:a16="http://schemas.microsoft.com/office/drawing/2014/main" id="{E661F9B6-7634-7DCC-DFB0-D1FCA4FAEAD7}"/>
              </a:ext>
            </a:extLst>
          </p:cNvPr>
          <p:cNvSpPr/>
          <p:nvPr/>
        </p:nvSpPr>
        <p:spPr>
          <a:xfrm>
            <a:off x="3200400" y="3255264"/>
            <a:ext cx="2560320" cy="493776"/>
          </a:xfrm>
          <a:prstGeom prst="rect">
            <a:avLst/>
          </a:prstGeom>
          <a:solidFill>
            <a:srgbClr val="FFFFFF"/>
          </a:solidFill>
          <a:ln w="12700">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000" b="1">
                <a:solidFill>
                  <a:srgbClr val="101A3C"/>
                </a:solidFill>
                <a:effectLst/>
                <a:latin typeface="Segoe UI" panose="020B0502040204020203" pitchFamily="34" charset="0"/>
              </a:rPr>
              <a:t>Cache miss — full prefill, result written to cache</a:t>
            </a:r>
            <a:endParaRPr lang="en-US"/>
          </a:p>
        </p:txBody>
      </p:sp>
      <p:sp>
        <p:nvSpPr>
          <p:cNvPr id="26136" name="Rectangle 26135">
            <a:extLst>
              <a:ext uri="{FF2B5EF4-FFF2-40B4-BE49-F238E27FC236}">
                <a16:creationId xmlns:a16="http://schemas.microsoft.com/office/drawing/2014/main" id="{C7CBBC58-47D2-B520-AD3B-36DF06032AE1}"/>
              </a:ext>
            </a:extLst>
          </p:cNvPr>
          <p:cNvSpPr/>
          <p:nvPr/>
        </p:nvSpPr>
        <p:spPr>
          <a:xfrm>
            <a:off x="1727302" y="3749040"/>
            <a:ext cx="20117" cy="128016"/>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161" name="Rectangle 26160">
            <a:extLst>
              <a:ext uri="{FF2B5EF4-FFF2-40B4-BE49-F238E27FC236}">
                <a16:creationId xmlns:a16="http://schemas.microsoft.com/office/drawing/2014/main" id="{BB33DFDB-522C-268F-D73A-739E79166D51}"/>
              </a:ext>
            </a:extLst>
          </p:cNvPr>
          <p:cNvSpPr/>
          <p:nvPr/>
        </p:nvSpPr>
        <p:spPr>
          <a:xfrm>
            <a:off x="4470502" y="3749040"/>
            <a:ext cx="20117" cy="128016"/>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187" name="Rectangle 26186">
            <a:extLst>
              <a:ext uri="{FF2B5EF4-FFF2-40B4-BE49-F238E27FC236}">
                <a16:creationId xmlns:a16="http://schemas.microsoft.com/office/drawing/2014/main" id="{A5D0D212-7EF3-EA94-BBA2-DFE222EFFE46}"/>
              </a:ext>
            </a:extLst>
          </p:cNvPr>
          <p:cNvSpPr/>
          <p:nvPr/>
        </p:nvSpPr>
        <p:spPr>
          <a:xfrm>
            <a:off x="1737360" y="3867912"/>
            <a:ext cx="2743200" cy="20117"/>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214" name="Rectangle 26213">
            <a:extLst>
              <a:ext uri="{FF2B5EF4-FFF2-40B4-BE49-F238E27FC236}">
                <a16:creationId xmlns:a16="http://schemas.microsoft.com/office/drawing/2014/main" id="{19122847-BB26-DBD3-09A4-729D008F23FD}"/>
              </a:ext>
            </a:extLst>
          </p:cNvPr>
          <p:cNvSpPr/>
          <p:nvPr/>
        </p:nvSpPr>
        <p:spPr>
          <a:xfrm>
            <a:off x="3098902" y="3867912"/>
            <a:ext cx="20117" cy="109728"/>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242" name="Arrow: Down 26241">
            <a:extLst>
              <a:ext uri="{FF2B5EF4-FFF2-40B4-BE49-F238E27FC236}">
                <a16:creationId xmlns:a16="http://schemas.microsoft.com/office/drawing/2014/main" id="{4A33E795-9C1B-9B03-06F2-60233D159DFE}"/>
              </a:ext>
            </a:extLst>
          </p:cNvPr>
          <p:cNvSpPr/>
          <p:nvPr/>
        </p:nvSpPr>
        <p:spPr>
          <a:xfrm>
            <a:off x="3026664" y="3959352"/>
            <a:ext cx="164592" cy="137160"/>
          </a:xfrm>
          <a:prstGeom prst="downArrow">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271" name="Oval 26270">
            <a:extLst>
              <a:ext uri="{FF2B5EF4-FFF2-40B4-BE49-F238E27FC236}">
                <a16:creationId xmlns:a16="http://schemas.microsoft.com/office/drawing/2014/main" id="{AC632712-EACB-8761-CA68-408C99496504}"/>
              </a:ext>
            </a:extLst>
          </p:cNvPr>
          <p:cNvSpPr/>
          <p:nvPr/>
        </p:nvSpPr>
        <p:spPr>
          <a:xfrm>
            <a:off x="3328416" y="3767328"/>
            <a:ext cx="292608" cy="292608"/>
          </a:xfrm>
          <a:prstGeom prst="ellipse">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b="1">
                <a:solidFill>
                  <a:srgbClr val="000000"/>
                </a:solidFill>
                <a:effectLst/>
                <a:latin typeface="Segoe UI" panose="020B0502040204020203" pitchFamily="34" charset="0"/>
              </a:rPr>
              <a:t>4</a:t>
            </a:r>
          </a:p>
          <a:p>
            <a:pPr algn="ctr">
              <a:buNone/>
            </a:pPr>
            <a:r>
              <a:rPr lang="en-US" sz="100">
                <a:effectLst/>
              </a:rPr>
              <a:t> </a:t>
            </a:r>
            <a:endParaRPr lang="en-US"/>
          </a:p>
        </p:txBody>
      </p:sp>
      <p:sp>
        <p:nvSpPr>
          <p:cNvPr id="26301" name="Rectangle 26300">
            <a:extLst>
              <a:ext uri="{FF2B5EF4-FFF2-40B4-BE49-F238E27FC236}">
                <a16:creationId xmlns:a16="http://schemas.microsoft.com/office/drawing/2014/main" id="{2029360E-C337-B1F0-4ACB-C01C94141731}"/>
              </a:ext>
            </a:extLst>
          </p:cNvPr>
          <p:cNvSpPr/>
          <p:nvPr/>
        </p:nvSpPr>
        <p:spPr>
          <a:xfrm>
            <a:off x="457200" y="4096512"/>
            <a:ext cx="5303520" cy="402336"/>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101A3C"/>
                </a:solidFill>
                <a:effectLst/>
                <a:latin typeface="Segoe UI" panose="020B0502040204020203" pitchFamily="34" charset="0"/>
              </a:rPr>
              <a:t>Output tokens generated</a:t>
            </a:r>
            <a:endParaRPr lang="en-US"/>
          </a:p>
        </p:txBody>
      </p:sp>
      <p:sp>
        <p:nvSpPr>
          <p:cNvPr id="26332" name="Rectangle 26331">
            <a:extLst>
              <a:ext uri="{FF2B5EF4-FFF2-40B4-BE49-F238E27FC236}">
                <a16:creationId xmlns:a16="http://schemas.microsoft.com/office/drawing/2014/main" id="{E953D45C-B954-1225-0B9C-88BD77D89059}"/>
              </a:ext>
            </a:extLst>
          </p:cNvPr>
          <p:cNvSpPr/>
          <p:nvPr/>
        </p:nvSpPr>
        <p:spPr>
          <a:xfrm>
            <a:off x="457200" y="4553712"/>
            <a:ext cx="5303520" cy="3221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a:solidFill>
                  <a:srgbClr val="141B33"/>
                </a:solidFill>
                <a:effectLst/>
                <a:latin typeface="Segoe UI" panose="020B0502040204020203" pitchFamily="34" charset="0"/>
              </a:rPr>
              <a:t>Output tokens are generated for every request and are never cached.</a:t>
            </a:r>
            <a:endParaRPr lang="en-US"/>
          </a:p>
        </p:txBody>
      </p:sp>
      <p:sp>
        <p:nvSpPr>
          <p:cNvPr id="26364" name="Rectangle 26363">
            <a:extLst>
              <a:ext uri="{FF2B5EF4-FFF2-40B4-BE49-F238E27FC236}">
                <a16:creationId xmlns:a16="http://schemas.microsoft.com/office/drawing/2014/main" id="{095BB617-00A8-041D-D94D-B1F266230D02}"/>
              </a:ext>
            </a:extLst>
          </p:cNvPr>
          <p:cNvSpPr/>
          <p:nvPr/>
        </p:nvSpPr>
        <p:spPr>
          <a:xfrm>
            <a:off x="475488" y="5013008"/>
            <a:ext cx="310896" cy="20117"/>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397" name="Rectangle 26396">
            <a:extLst>
              <a:ext uri="{FF2B5EF4-FFF2-40B4-BE49-F238E27FC236}">
                <a16:creationId xmlns:a16="http://schemas.microsoft.com/office/drawing/2014/main" id="{011D4BA0-1127-58F8-1A9C-2586B3A6F783}"/>
              </a:ext>
            </a:extLst>
          </p:cNvPr>
          <p:cNvSpPr/>
          <p:nvPr/>
        </p:nvSpPr>
        <p:spPr>
          <a:xfrm>
            <a:off x="877824" y="4912424"/>
            <a:ext cx="4480560" cy="3545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44495B"/>
                </a:solidFill>
                <a:effectLst/>
                <a:latin typeface="Segoe UI" panose="020B0502040204020203" pitchFamily="34" charset="0"/>
              </a:rPr>
              <a:t>Solid — request path; numbered markers indicate sequence</a:t>
            </a:r>
            <a:endParaRPr lang="en-US"/>
          </a:p>
        </p:txBody>
      </p:sp>
      <p:sp>
        <p:nvSpPr>
          <p:cNvPr id="26739" name="Rectangle 26738">
            <a:extLst>
              <a:ext uri="{FF2B5EF4-FFF2-40B4-BE49-F238E27FC236}">
                <a16:creationId xmlns:a16="http://schemas.microsoft.com/office/drawing/2014/main" id="{F23817A3-E69D-CF23-D22F-F68CED04B99D}"/>
              </a:ext>
            </a:extLst>
          </p:cNvPr>
          <p:cNvSpPr/>
          <p:nvPr/>
        </p:nvSpPr>
        <p:spPr>
          <a:xfrm>
            <a:off x="6080760" y="2850000"/>
            <a:ext cx="5650992" cy="2292230"/>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782" name="Rectangle 26781">
            <a:extLst>
              <a:ext uri="{FF2B5EF4-FFF2-40B4-BE49-F238E27FC236}">
                <a16:creationId xmlns:a16="http://schemas.microsoft.com/office/drawing/2014/main" id="{C7B8D4BC-0EEA-73C9-9331-750D68A63BB7}"/>
              </a:ext>
            </a:extLst>
          </p:cNvPr>
          <p:cNvSpPr/>
          <p:nvPr/>
        </p:nvSpPr>
        <p:spPr>
          <a:xfrm>
            <a:off x="6080760" y="2850000"/>
            <a:ext cx="5650992" cy="45720"/>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826" name="Rectangle 26825">
            <a:extLst>
              <a:ext uri="{FF2B5EF4-FFF2-40B4-BE49-F238E27FC236}">
                <a16:creationId xmlns:a16="http://schemas.microsoft.com/office/drawing/2014/main" id="{2FDA56E3-EDCD-2D41-D700-D0D1EB7FC7A0}"/>
              </a:ext>
            </a:extLst>
          </p:cNvPr>
          <p:cNvSpPr/>
          <p:nvPr/>
        </p:nvSpPr>
        <p:spPr>
          <a:xfrm>
            <a:off x="6355080" y="2940000"/>
            <a:ext cx="5102352" cy="30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50" b="1">
                <a:solidFill>
                  <a:srgbClr val="101A3C"/>
                </a:solidFill>
                <a:effectLst/>
                <a:latin typeface="Segoe UI" panose="020B0502040204020203" pitchFamily="34" charset="0"/>
              </a:rPr>
              <a:t>Conditions that produce a cache miss</a:t>
            </a:r>
            <a:endParaRPr lang="en-US"/>
          </a:p>
        </p:txBody>
      </p:sp>
      <p:sp>
        <p:nvSpPr>
          <p:cNvPr id="26871" name="Oval 26870">
            <a:extLst>
              <a:ext uri="{FF2B5EF4-FFF2-40B4-BE49-F238E27FC236}">
                <a16:creationId xmlns:a16="http://schemas.microsoft.com/office/drawing/2014/main" id="{B3400DB2-A231-2F79-EBA4-EF05D7178C64}"/>
              </a:ext>
            </a:extLst>
          </p:cNvPr>
          <p:cNvSpPr/>
          <p:nvPr/>
        </p:nvSpPr>
        <p:spPr>
          <a:xfrm>
            <a:off x="6355080" y="3298288"/>
            <a:ext cx="292608" cy="292608"/>
          </a:xfrm>
          <a:prstGeom prst="ellipse">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b="1">
                <a:solidFill>
                  <a:srgbClr val="000000"/>
                </a:solidFill>
                <a:effectLst/>
                <a:latin typeface="Segoe UI" panose="020B0502040204020203" pitchFamily="34" charset="0"/>
              </a:rPr>
              <a:t>1</a:t>
            </a:r>
          </a:p>
          <a:p>
            <a:pPr algn="ctr">
              <a:buNone/>
            </a:pPr>
            <a:r>
              <a:rPr lang="en-US" sz="100">
                <a:effectLst/>
              </a:rPr>
              <a:t> </a:t>
            </a:r>
            <a:endParaRPr lang="en-US"/>
          </a:p>
        </p:txBody>
      </p:sp>
      <p:sp>
        <p:nvSpPr>
          <p:cNvPr id="26917" name="Rectangle 26916">
            <a:extLst>
              <a:ext uri="{FF2B5EF4-FFF2-40B4-BE49-F238E27FC236}">
                <a16:creationId xmlns:a16="http://schemas.microsoft.com/office/drawing/2014/main" id="{323ADBE8-28F7-6B88-FF77-2FEB7001AC09}"/>
              </a:ext>
            </a:extLst>
          </p:cNvPr>
          <p:cNvSpPr/>
          <p:nvPr/>
        </p:nvSpPr>
        <p:spPr>
          <a:xfrm>
            <a:off x="6766560" y="3280000"/>
            <a:ext cx="4690872" cy="330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101A3C"/>
                </a:solidFill>
                <a:effectLst/>
                <a:latin typeface="Segoe UI" panose="020B0502040204020203" pitchFamily="34" charset="0"/>
              </a:rPr>
              <a:t>Variable content in the leading tokens</a:t>
            </a:r>
            <a:endParaRPr lang="en-US"/>
          </a:p>
        </p:txBody>
      </p:sp>
      <p:sp>
        <p:nvSpPr>
          <p:cNvPr id="26964" name="Rectangle 26963">
            <a:extLst>
              <a:ext uri="{FF2B5EF4-FFF2-40B4-BE49-F238E27FC236}">
                <a16:creationId xmlns:a16="http://schemas.microsoft.com/office/drawing/2014/main" id="{162490FB-A25C-07CA-25E1-C5CB144E7EAB}"/>
              </a:ext>
            </a:extLst>
          </p:cNvPr>
          <p:cNvSpPr/>
          <p:nvPr/>
        </p:nvSpPr>
        <p:spPr>
          <a:xfrm>
            <a:off x="6766560" y="3555209"/>
            <a:ext cx="4690872"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timestamps, session identifiers and request identifiers placed before static instructions</a:t>
            </a:r>
            <a:endParaRPr lang="en-US"/>
          </a:p>
        </p:txBody>
      </p:sp>
      <p:sp>
        <p:nvSpPr>
          <p:cNvPr id="27012" name="Oval 27011">
            <a:extLst>
              <a:ext uri="{FF2B5EF4-FFF2-40B4-BE49-F238E27FC236}">
                <a16:creationId xmlns:a16="http://schemas.microsoft.com/office/drawing/2014/main" id="{CFD44EA7-131E-8CFE-4CA6-8806BBEABE74}"/>
              </a:ext>
            </a:extLst>
          </p:cNvPr>
          <p:cNvSpPr/>
          <p:nvPr/>
        </p:nvSpPr>
        <p:spPr>
          <a:xfrm>
            <a:off x="6355080" y="3887695"/>
            <a:ext cx="292608" cy="292608"/>
          </a:xfrm>
          <a:prstGeom prst="ellipse">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b="1">
                <a:solidFill>
                  <a:srgbClr val="000000"/>
                </a:solidFill>
                <a:effectLst/>
                <a:latin typeface="Segoe UI" panose="020B0502040204020203" pitchFamily="34" charset="0"/>
              </a:rPr>
              <a:t>2</a:t>
            </a:r>
          </a:p>
          <a:p>
            <a:pPr algn="ctr">
              <a:buNone/>
            </a:pPr>
            <a:r>
              <a:rPr lang="en-US" sz="100">
                <a:effectLst/>
              </a:rPr>
              <a:t> </a:t>
            </a:r>
            <a:endParaRPr lang="en-US"/>
          </a:p>
        </p:txBody>
      </p:sp>
      <p:sp>
        <p:nvSpPr>
          <p:cNvPr id="27061" name="Rectangle 27060">
            <a:extLst>
              <a:ext uri="{FF2B5EF4-FFF2-40B4-BE49-F238E27FC236}">
                <a16:creationId xmlns:a16="http://schemas.microsoft.com/office/drawing/2014/main" id="{11D64620-3697-161F-F2A9-8B6A8B4EB7BF}"/>
              </a:ext>
            </a:extLst>
          </p:cNvPr>
          <p:cNvSpPr/>
          <p:nvPr/>
        </p:nvSpPr>
        <p:spPr>
          <a:xfrm>
            <a:off x="6766560" y="3869407"/>
            <a:ext cx="4690872" cy="330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101A3C"/>
                </a:solidFill>
                <a:effectLst/>
                <a:latin typeface="Segoe UI" panose="020B0502040204020203" pitchFamily="34" charset="0"/>
              </a:rPr>
              <a:t>Modified tool definitions</a:t>
            </a:r>
            <a:endParaRPr lang="en-US"/>
          </a:p>
        </p:txBody>
      </p:sp>
      <p:sp>
        <p:nvSpPr>
          <p:cNvPr id="27111" name="Rectangle 27110">
            <a:extLst>
              <a:ext uri="{FF2B5EF4-FFF2-40B4-BE49-F238E27FC236}">
                <a16:creationId xmlns:a16="http://schemas.microsoft.com/office/drawing/2014/main" id="{256DCFB5-8500-FFEB-005E-DF519BD4438B}"/>
              </a:ext>
            </a:extLst>
          </p:cNvPr>
          <p:cNvSpPr/>
          <p:nvPr/>
        </p:nvSpPr>
        <p:spPr>
          <a:xfrm>
            <a:off x="6766560" y="4144616"/>
            <a:ext cx="4690872"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tool definitions form part of the cached content; additions, removals and reordering alter the prefix</a:t>
            </a:r>
            <a:endParaRPr lang="en-US"/>
          </a:p>
        </p:txBody>
      </p:sp>
      <p:sp>
        <p:nvSpPr>
          <p:cNvPr id="27162" name="Oval 27161">
            <a:extLst>
              <a:ext uri="{FF2B5EF4-FFF2-40B4-BE49-F238E27FC236}">
                <a16:creationId xmlns:a16="http://schemas.microsoft.com/office/drawing/2014/main" id="{58070497-3025-2785-6EC6-FAD143F9175C}"/>
              </a:ext>
            </a:extLst>
          </p:cNvPr>
          <p:cNvSpPr/>
          <p:nvPr/>
        </p:nvSpPr>
        <p:spPr>
          <a:xfrm>
            <a:off x="6355080" y="4477102"/>
            <a:ext cx="292608" cy="292608"/>
          </a:xfrm>
          <a:prstGeom prst="ellipse">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950" b="1">
                <a:solidFill>
                  <a:srgbClr val="000000"/>
                </a:solidFill>
                <a:effectLst/>
                <a:latin typeface="Segoe UI" panose="020B0502040204020203" pitchFamily="34" charset="0"/>
              </a:rPr>
              <a:t>3</a:t>
            </a:r>
          </a:p>
          <a:p>
            <a:pPr algn="ctr">
              <a:buNone/>
            </a:pPr>
            <a:r>
              <a:rPr lang="en-US" sz="100">
                <a:effectLst/>
              </a:rPr>
              <a:t> </a:t>
            </a:r>
            <a:endParaRPr lang="en-US"/>
          </a:p>
        </p:txBody>
      </p:sp>
      <p:sp>
        <p:nvSpPr>
          <p:cNvPr id="27214" name="Rectangle 27213">
            <a:extLst>
              <a:ext uri="{FF2B5EF4-FFF2-40B4-BE49-F238E27FC236}">
                <a16:creationId xmlns:a16="http://schemas.microsoft.com/office/drawing/2014/main" id="{FFD5E748-1186-C2F7-2ABD-026A4904F235}"/>
              </a:ext>
            </a:extLst>
          </p:cNvPr>
          <p:cNvSpPr/>
          <p:nvPr/>
        </p:nvSpPr>
        <p:spPr>
          <a:xfrm>
            <a:off x="6766560" y="4458814"/>
            <a:ext cx="4690872" cy="330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00" b="1">
                <a:solidFill>
                  <a:srgbClr val="101A3C"/>
                </a:solidFill>
                <a:effectLst/>
                <a:latin typeface="Segoe UI" panose="020B0502040204020203" pitchFamily="34" charset="0"/>
              </a:rPr>
              <a:t>Non-append-only conversation history</a:t>
            </a:r>
            <a:endParaRPr lang="en-US"/>
          </a:p>
        </p:txBody>
      </p:sp>
      <p:sp>
        <p:nvSpPr>
          <p:cNvPr id="27267" name="Rectangle 27266">
            <a:extLst>
              <a:ext uri="{FF2B5EF4-FFF2-40B4-BE49-F238E27FC236}">
                <a16:creationId xmlns:a16="http://schemas.microsoft.com/office/drawing/2014/main" id="{18113A17-C97F-96BF-26B5-B45E6F2386E2}"/>
              </a:ext>
            </a:extLst>
          </p:cNvPr>
          <p:cNvSpPr/>
          <p:nvPr/>
        </p:nvSpPr>
        <p:spPr>
          <a:xfrm>
            <a:off x="6766560" y="4734023"/>
            <a:ext cx="4690872"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trimming, summarising or reordering earlier messages invalidates content cached after them</a:t>
            </a:r>
            <a:endParaRPr lang="en-US"/>
          </a:p>
        </p:txBody>
      </p:sp>
      <p:sp>
        <p:nvSpPr>
          <p:cNvPr id="27321" name="Rectangle 27320">
            <a:extLst>
              <a:ext uri="{FF2B5EF4-FFF2-40B4-BE49-F238E27FC236}">
                <a16:creationId xmlns:a16="http://schemas.microsoft.com/office/drawing/2014/main" id="{D071F6C2-BA3A-F6BC-D876-2F7494CF8401}"/>
              </a:ext>
            </a:extLst>
          </p:cNvPr>
          <p:cNvSpPr/>
          <p:nvPr/>
        </p:nvSpPr>
        <p:spPr>
          <a:xfrm>
            <a:off x="457200" y="5266944"/>
            <a:ext cx="11277295" cy="365760"/>
          </a:xfrm>
          <a:prstGeom prst="rect">
            <a:avLst/>
          </a:prstGeom>
          <a:solidFill>
            <a:srgbClr val="0B1229"/>
          </a:solidFill>
          <a:ln>
            <a:solidFill>
              <a:srgbClr val="0B1229"/>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376" name="Rectangle 27375">
            <a:extLst>
              <a:ext uri="{FF2B5EF4-FFF2-40B4-BE49-F238E27FC236}">
                <a16:creationId xmlns:a16="http://schemas.microsoft.com/office/drawing/2014/main" id="{B4545379-817C-0E48-D90B-AF35BA0BC53C}"/>
              </a:ext>
            </a:extLst>
          </p:cNvPr>
          <p:cNvSpPr/>
          <p:nvPr/>
        </p:nvSpPr>
        <p:spPr>
          <a:xfrm>
            <a:off x="777240" y="5266944"/>
            <a:ext cx="1060704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FFFFFF"/>
                </a:solidFill>
                <a:effectLst/>
                <a:latin typeface="Segoe UI" panose="020B0502040204020203" pitchFamily="34" charset="0"/>
              </a:rPr>
              <a:t>Place stable content at the beginning of the prompt and dynamic content at the end. Keep conversation context append-only.</a:t>
            </a:r>
            <a:endParaRPr lang="en-US"/>
          </a:p>
        </p:txBody>
      </p:sp>
      <p:sp>
        <p:nvSpPr>
          <p:cNvPr id="27377" name="tc-kicker">
            <a:extLst>
              <a:ext uri="{FF2B5EF4-FFF2-40B4-BE49-F238E27FC236}">
                <a16:creationId xmlns:a16="http://schemas.microsoft.com/office/drawing/2014/main" id="{E4EAA72F-92BE-151D-5935-13FC73962F18}"/>
              </a:ext>
            </a:extLst>
          </p:cNvPr>
          <p:cNvSpPr/>
          <p:nvPr/>
        </p:nvSpPr>
        <p:spPr>
          <a:xfrm>
            <a:off x="6080760" y="1261872"/>
            <a:ext cx="5650992" cy="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spc="150">
                <a:solidFill>
                  <a:srgbClr val="00B39F"/>
                </a:solidFill>
                <a:effectLst/>
                <a:latin typeface="Segoe UI" panose="020B0502040204020203" pitchFamily="34" charset="0"/>
              </a:rPr>
              <a:t>TOKEN COUNTING — RENDERED PROMPT ORDER</a:t>
            </a:r>
          </a:p>
          <a:p>
            <a:pPr algn="l">
              <a:buNone/>
            </a:pPr>
            <a:r>
              <a:rPr lang="en-US" sz="100">
                <a:effectLst/>
              </a:rPr>
              <a:t> </a:t>
            </a:r>
            <a:endParaRPr lang="en-US"/>
          </a:p>
        </p:txBody>
      </p:sp>
      <p:sp>
        <p:nvSpPr>
          <p:cNvPr id="27379" name="tc-legend">
            <a:extLst>
              <a:ext uri="{FF2B5EF4-FFF2-40B4-BE49-F238E27FC236}">
                <a16:creationId xmlns:a16="http://schemas.microsoft.com/office/drawing/2014/main" id="{C64272F2-27C7-7B4C-C7B8-EDC6796803DC}"/>
              </a:ext>
            </a:extLst>
          </p:cNvPr>
          <p:cNvSpPr/>
          <p:nvPr/>
        </p:nvSpPr>
        <p:spPr>
          <a:xfrm>
            <a:off x="9300000" y="2258872"/>
            <a:ext cx="2431752" cy="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750">
                <a:solidFill>
                  <a:srgbClr val="44495B"/>
                </a:solidFill>
                <a:effectLst/>
                <a:latin typeface="Segoe UI" panose="020B0502040204020203" pitchFamily="34" charset="0"/>
              </a:rPr>
              <a:t>Teal rule — the 1,024-token boundary</a:t>
            </a:r>
          </a:p>
          <a:p>
            <a:pPr algn="r">
              <a:buNone/>
            </a:pPr>
            <a:r>
              <a:rPr lang="en-US" sz="100">
                <a:effectLst/>
              </a:rPr>
              <a:t> </a:t>
            </a:r>
            <a:endParaRPr lang="en-US"/>
          </a:p>
        </p:txBody>
      </p:sp>
      <p:sp>
        <p:nvSpPr>
          <p:cNvPr id="27382" name="tc-sub">
            <a:extLst>
              <a:ext uri="{FF2B5EF4-FFF2-40B4-BE49-F238E27FC236}">
                <a16:creationId xmlns:a16="http://schemas.microsoft.com/office/drawing/2014/main" id="{652241E0-6D73-E46A-7B26-BD2C1FFE66E5}"/>
              </a:ext>
            </a:extLst>
          </p:cNvPr>
          <p:cNvSpPr/>
          <p:nvPr/>
        </p:nvSpPr>
        <p:spPr>
          <a:xfrm>
            <a:off x="6080760" y="1411872"/>
            <a:ext cx="5650992" cy="19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a:solidFill>
                  <a:srgbClr val="44495B"/>
                </a:solidFill>
                <a:effectLst/>
                <a:latin typeface="Segoe UI" panose="020B0502040204020203" pitchFamily="34" charset="0"/>
              </a:rPr>
              <a:t>The minimum is counted from the first token of the rendered prompt, in this order.</a:t>
            </a:r>
          </a:p>
          <a:p>
            <a:pPr algn="l">
              <a:buNone/>
            </a:pPr>
            <a:r>
              <a:rPr lang="en-US" sz="100">
                <a:effectLst/>
              </a:rPr>
              <a:t> </a:t>
            </a:r>
            <a:endParaRPr lang="en-US"/>
          </a:p>
        </p:txBody>
      </p:sp>
      <p:sp>
        <p:nvSpPr>
          <p:cNvPr id="27386" name="tc-labelA">
            <a:extLst>
              <a:ext uri="{FF2B5EF4-FFF2-40B4-BE49-F238E27FC236}">
                <a16:creationId xmlns:a16="http://schemas.microsoft.com/office/drawing/2014/main" id="{B7E31122-72AB-7C39-2DFC-7A3C1B42DBC7}"/>
              </a:ext>
            </a:extLst>
          </p:cNvPr>
          <p:cNvSpPr/>
          <p:nvPr/>
        </p:nvSpPr>
        <p:spPr>
          <a:xfrm>
            <a:off x="6080760" y="1601872"/>
            <a:ext cx="2500000" cy="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a:solidFill>
                  <a:srgbClr val="101A3C"/>
                </a:solidFill>
                <a:effectLst/>
                <a:latin typeface="Segoe UI" panose="020B0502040204020203" pitchFamily="34" charset="0"/>
              </a:rPr>
              <a:t>System message reaches the minimum</a:t>
            </a:r>
          </a:p>
          <a:p>
            <a:pPr algn="l">
              <a:buNone/>
            </a:pPr>
            <a:r>
              <a:rPr lang="en-US" sz="100">
                <a:effectLst/>
              </a:rPr>
              <a:t> </a:t>
            </a:r>
            <a:endParaRPr lang="en-US"/>
          </a:p>
        </p:txBody>
      </p:sp>
      <p:sp>
        <p:nvSpPr>
          <p:cNvPr id="27391" name="tc-markA">
            <a:extLst>
              <a:ext uri="{FF2B5EF4-FFF2-40B4-BE49-F238E27FC236}">
                <a16:creationId xmlns:a16="http://schemas.microsoft.com/office/drawing/2014/main" id="{5265D038-6377-0BC2-B5EB-2698F0DDF1EE}"/>
              </a:ext>
            </a:extLst>
          </p:cNvPr>
          <p:cNvSpPr/>
          <p:nvPr/>
        </p:nvSpPr>
        <p:spPr>
          <a:xfrm>
            <a:off x="9604375" y="1601872"/>
            <a:ext cx="600000" cy="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750" b="1">
                <a:solidFill>
                  <a:srgbClr val="008173"/>
                </a:solidFill>
                <a:effectLst/>
                <a:latin typeface="Segoe UI" panose="020B0502040204020203" pitchFamily="34" charset="0"/>
              </a:rPr>
              <a:t>1,024</a:t>
            </a:r>
          </a:p>
          <a:p>
            <a:pPr algn="l">
              <a:buNone/>
            </a:pPr>
            <a:r>
              <a:rPr lang="en-US" sz="100">
                <a:effectLst/>
              </a:rPr>
              <a:t> </a:t>
            </a:r>
            <a:endParaRPr lang="en-US"/>
          </a:p>
        </p:txBody>
      </p:sp>
      <p:sp>
        <p:nvSpPr>
          <p:cNvPr id="27397" name="tc-a1">
            <a:extLst>
              <a:ext uri="{FF2B5EF4-FFF2-40B4-BE49-F238E27FC236}">
                <a16:creationId xmlns:a16="http://schemas.microsoft.com/office/drawing/2014/main" id="{2C95F7FB-08DD-C96E-31DB-CF3F50EDE957}"/>
              </a:ext>
            </a:extLst>
          </p:cNvPr>
          <p:cNvSpPr/>
          <p:nvPr/>
        </p:nvSpPr>
        <p:spPr>
          <a:xfrm>
            <a:off x="6080760" y="1751872"/>
            <a:ext cx="1243218" cy="212000"/>
          </a:xfrm>
          <a:prstGeom prst="rect">
            <a:avLst/>
          </a:prstGeom>
          <a:solidFill>
            <a:srgbClr val="101A3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750" b="1">
                <a:solidFill>
                  <a:srgbClr val="FFFFFF"/>
                </a:solidFill>
                <a:effectLst/>
                <a:latin typeface="Segoe UI" panose="020B0502040204020203" pitchFamily="34" charset="0"/>
              </a:rPr>
              <a:t>Tool definitions</a:t>
            </a:r>
          </a:p>
          <a:p>
            <a:pPr algn="ctr">
              <a:buNone/>
            </a:pPr>
            <a:r>
              <a:rPr lang="en-US" sz="100">
                <a:effectLst/>
              </a:rPr>
              <a:t> </a:t>
            </a:r>
            <a:endParaRPr lang="en-US"/>
          </a:p>
        </p:txBody>
      </p:sp>
      <p:sp>
        <p:nvSpPr>
          <p:cNvPr id="27404" name="tc-a2">
            <a:extLst>
              <a:ext uri="{FF2B5EF4-FFF2-40B4-BE49-F238E27FC236}">
                <a16:creationId xmlns:a16="http://schemas.microsoft.com/office/drawing/2014/main" id="{C6197D7E-3D73-BBA3-FBC1-0B71E8F1D93A}"/>
              </a:ext>
            </a:extLst>
          </p:cNvPr>
          <p:cNvSpPr/>
          <p:nvPr/>
        </p:nvSpPr>
        <p:spPr>
          <a:xfrm>
            <a:off x="7323978" y="1751872"/>
            <a:ext cx="3108046" cy="212000"/>
          </a:xfrm>
          <a:prstGeom prst="rect">
            <a:avLst/>
          </a:prstGeom>
          <a:solidFill>
            <a:srgbClr val="101A3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750" b="1">
                <a:solidFill>
                  <a:srgbClr val="FFFFFF"/>
                </a:solidFill>
                <a:effectLst/>
                <a:latin typeface="Segoe UI" panose="020B0502040204020203" pitchFamily="34" charset="0"/>
              </a:rPr>
              <a:t>System message</a:t>
            </a:r>
          </a:p>
          <a:p>
            <a:pPr algn="ctr">
              <a:buNone/>
            </a:pPr>
            <a:r>
              <a:rPr lang="en-US" sz="100">
                <a:effectLst/>
              </a:rPr>
              <a:t> </a:t>
            </a:r>
            <a:endParaRPr lang="en-US"/>
          </a:p>
        </p:txBody>
      </p:sp>
      <p:sp>
        <p:nvSpPr>
          <p:cNvPr id="27412" name="tc-a3">
            <a:extLst>
              <a:ext uri="{FF2B5EF4-FFF2-40B4-BE49-F238E27FC236}">
                <a16:creationId xmlns:a16="http://schemas.microsoft.com/office/drawing/2014/main" id="{BA2C574A-BD9F-76F6-98F9-9EDC2160DF04}"/>
              </a:ext>
            </a:extLst>
          </p:cNvPr>
          <p:cNvSpPr/>
          <p:nvPr/>
        </p:nvSpPr>
        <p:spPr>
          <a:xfrm>
            <a:off x="10432024" y="1751872"/>
            <a:ext cx="1299728" cy="212000"/>
          </a:xfrm>
          <a:prstGeom prst="rect">
            <a:avLst/>
          </a:prstGeom>
          <a:solidFill>
            <a:srgbClr val="EBEF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750" b="1">
                <a:solidFill>
                  <a:srgbClr val="101A3C"/>
                </a:solidFill>
                <a:effectLst/>
                <a:latin typeface="Segoe UI" panose="020B0502040204020203" pitchFamily="34" charset="0"/>
              </a:rPr>
              <a:t>Conversation turns</a:t>
            </a:r>
          </a:p>
          <a:p>
            <a:pPr algn="ctr">
              <a:buNone/>
            </a:pPr>
            <a:r>
              <a:rPr lang="en-US" sz="100">
                <a:effectLst/>
              </a:rPr>
              <a:t> </a:t>
            </a:r>
            <a:endParaRPr lang="en-US"/>
          </a:p>
        </p:txBody>
      </p:sp>
      <p:sp>
        <p:nvSpPr>
          <p:cNvPr id="27421" name="tc-adiv">
            <a:extLst>
              <a:ext uri="{FF2B5EF4-FFF2-40B4-BE49-F238E27FC236}">
                <a16:creationId xmlns:a16="http://schemas.microsoft.com/office/drawing/2014/main" id="{7FD23012-E76A-8964-79CD-4B9AB2628E1B}"/>
              </a:ext>
            </a:extLst>
          </p:cNvPr>
          <p:cNvSpPr/>
          <p:nvPr/>
        </p:nvSpPr>
        <p:spPr>
          <a:xfrm>
            <a:off x="7317628" y="1751872"/>
            <a:ext cx="12700" cy="200000"/>
          </a:xfrm>
          <a:prstGeom prst="rect">
            <a:avLst/>
          </a:prstGeom>
          <a:solidFill>
            <a:srgbClr val="FFFFF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31" name="tc-arule">
            <a:extLst>
              <a:ext uri="{FF2B5EF4-FFF2-40B4-BE49-F238E27FC236}">
                <a16:creationId xmlns:a16="http://schemas.microsoft.com/office/drawing/2014/main" id="{49EABCB6-B86F-EFAA-9FF8-3CB584208235}"/>
              </a:ext>
            </a:extLst>
          </p:cNvPr>
          <p:cNvSpPr/>
          <p:nvPr/>
        </p:nvSpPr>
        <p:spPr>
          <a:xfrm>
            <a:off x="9572945" y="1735872"/>
            <a:ext cx="22860" cy="228000"/>
          </a:xfrm>
          <a:prstGeom prst="rect">
            <a:avLst/>
          </a:prstGeom>
          <a:solidFill>
            <a:srgbClr val="00B39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442" name="tc-capA">
            <a:extLst>
              <a:ext uri="{FF2B5EF4-FFF2-40B4-BE49-F238E27FC236}">
                <a16:creationId xmlns:a16="http://schemas.microsoft.com/office/drawing/2014/main" id="{35E0A53E-19CD-70D1-27FB-3F0866441749}"/>
              </a:ext>
            </a:extLst>
          </p:cNvPr>
          <p:cNvSpPr/>
          <p:nvPr/>
        </p:nvSpPr>
        <p:spPr>
          <a:xfrm>
            <a:off x="6080760" y="1963872"/>
            <a:ext cx="5650992" cy="295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750">
                <a:solidFill>
                  <a:srgbClr val="44495B"/>
                </a:solidFill>
                <a:effectLst/>
                <a:latin typeface="Segoe UI" panose="020B0502040204020203" pitchFamily="34" charset="0"/>
              </a:rPr>
              <a:t>The identical prefix is complete before the first user turn. Variable content in conversation turns does not affect matching.</a:t>
            </a:r>
          </a:p>
          <a:p>
            <a:pPr algn="l">
              <a:buNone/>
            </a:pPr>
            <a:r>
              <a:rPr lang="en-US" sz="100">
                <a:effectLst/>
              </a:rPr>
              <a:t> </a:t>
            </a:r>
            <a:endParaRPr lang="en-US"/>
          </a:p>
        </p:txBody>
      </p:sp>
      <p:sp>
        <p:nvSpPr>
          <p:cNvPr id="27454" name="tc-labelB">
            <a:extLst>
              <a:ext uri="{FF2B5EF4-FFF2-40B4-BE49-F238E27FC236}">
                <a16:creationId xmlns:a16="http://schemas.microsoft.com/office/drawing/2014/main" id="{F76D9775-3AA5-53D6-1BE6-F7412822893A}"/>
              </a:ext>
            </a:extLst>
          </p:cNvPr>
          <p:cNvSpPr/>
          <p:nvPr/>
        </p:nvSpPr>
        <p:spPr>
          <a:xfrm>
            <a:off x="6080760" y="2258872"/>
            <a:ext cx="2400000" cy="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a:solidFill>
                  <a:srgbClr val="101A3C"/>
                </a:solidFill>
                <a:effectLst/>
                <a:latin typeface="Segoe UI" panose="020B0502040204020203" pitchFamily="34" charset="0"/>
              </a:rPr>
              <a:t>System message below the minimum</a:t>
            </a:r>
          </a:p>
          <a:p>
            <a:pPr algn="l">
              <a:buNone/>
            </a:pPr>
            <a:r>
              <a:rPr lang="en-US" sz="100">
                <a:effectLst/>
              </a:rPr>
              <a:t> </a:t>
            </a:r>
            <a:endParaRPr lang="en-US"/>
          </a:p>
        </p:txBody>
      </p:sp>
      <p:sp>
        <p:nvSpPr>
          <p:cNvPr id="27467" name="tc-markB">
            <a:extLst>
              <a:ext uri="{FF2B5EF4-FFF2-40B4-BE49-F238E27FC236}">
                <a16:creationId xmlns:a16="http://schemas.microsoft.com/office/drawing/2014/main" id="{968F5CF6-EB0D-FA6A-E19C-B1E29F575CCE}"/>
              </a:ext>
            </a:extLst>
          </p:cNvPr>
          <p:cNvSpPr/>
          <p:nvPr/>
        </p:nvSpPr>
        <p:spPr>
          <a:xfrm>
            <a:off x="8643706" y="2258872"/>
            <a:ext cx="600000" cy="15000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750" b="1">
                <a:solidFill>
                  <a:srgbClr val="008173"/>
                </a:solidFill>
                <a:effectLst/>
                <a:latin typeface="Segoe UI" panose="020B0502040204020203" pitchFamily="34" charset="0"/>
              </a:rPr>
              <a:t>1,024</a:t>
            </a:r>
          </a:p>
          <a:p>
            <a:pPr algn="l">
              <a:buNone/>
            </a:pPr>
            <a:r>
              <a:rPr lang="en-US" sz="100">
                <a:effectLst/>
              </a:rPr>
              <a:t> </a:t>
            </a:r>
            <a:endParaRPr lang="en-US"/>
          </a:p>
        </p:txBody>
      </p:sp>
      <p:sp>
        <p:nvSpPr>
          <p:cNvPr id="27481" name="tc-b1">
            <a:extLst>
              <a:ext uri="{FF2B5EF4-FFF2-40B4-BE49-F238E27FC236}">
                <a16:creationId xmlns:a16="http://schemas.microsoft.com/office/drawing/2014/main" id="{81146BB9-52DD-6313-08A0-DCDFAE519696}"/>
              </a:ext>
            </a:extLst>
          </p:cNvPr>
          <p:cNvSpPr/>
          <p:nvPr/>
        </p:nvSpPr>
        <p:spPr>
          <a:xfrm>
            <a:off x="6080760" y="2408872"/>
            <a:ext cx="1073688" cy="212000"/>
          </a:xfrm>
          <a:prstGeom prst="rect">
            <a:avLst/>
          </a:prstGeom>
          <a:solidFill>
            <a:srgbClr val="101A3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750" b="1">
                <a:solidFill>
                  <a:srgbClr val="FFFFFF"/>
                </a:solidFill>
                <a:effectLst/>
                <a:latin typeface="Segoe UI" panose="020B0502040204020203" pitchFamily="34" charset="0"/>
              </a:rPr>
              <a:t>Tool definitions</a:t>
            </a:r>
          </a:p>
          <a:p>
            <a:pPr algn="ctr">
              <a:buNone/>
            </a:pPr>
            <a:r>
              <a:rPr lang="en-US" sz="100">
                <a:effectLst/>
              </a:rPr>
              <a:t> </a:t>
            </a:r>
            <a:endParaRPr lang="en-US"/>
          </a:p>
        </p:txBody>
      </p:sp>
      <p:sp>
        <p:nvSpPr>
          <p:cNvPr id="27496" name="tc-b2">
            <a:extLst>
              <a:ext uri="{FF2B5EF4-FFF2-40B4-BE49-F238E27FC236}">
                <a16:creationId xmlns:a16="http://schemas.microsoft.com/office/drawing/2014/main" id="{8C2BB555-0E7C-4B27-9506-57E31B7448D1}"/>
              </a:ext>
            </a:extLst>
          </p:cNvPr>
          <p:cNvSpPr/>
          <p:nvPr/>
        </p:nvSpPr>
        <p:spPr>
          <a:xfrm>
            <a:off x="7154448" y="2408872"/>
            <a:ext cx="1130198" cy="212000"/>
          </a:xfrm>
          <a:prstGeom prst="rect">
            <a:avLst/>
          </a:prstGeom>
          <a:solidFill>
            <a:srgbClr val="101A3C"/>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750" b="1">
                <a:solidFill>
                  <a:srgbClr val="FFFFFF"/>
                </a:solidFill>
                <a:effectLst/>
                <a:latin typeface="Segoe UI" panose="020B0502040204020203" pitchFamily="34" charset="0"/>
              </a:rPr>
              <a:t>System message</a:t>
            </a:r>
          </a:p>
          <a:p>
            <a:pPr algn="ctr">
              <a:buNone/>
            </a:pPr>
            <a:r>
              <a:rPr lang="en-US" sz="100">
                <a:effectLst/>
              </a:rPr>
              <a:t> </a:t>
            </a:r>
            <a:endParaRPr lang="en-US"/>
          </a:p>
        </p:txBody>
      </p:sp>
      <p:sp>
        <p:nvSpPr>
          <p:cNvPr id="27512" name="tc-b3">
            <a:extLst>
              <a:ext uri="{FF2B5EF4-FFF2-40B4-BE49-F238E27FC236}">
                <a16:creationId xmlns:a16="http://schemas.microsoft.com/office/drawing/2014/main" id="{95E59DBC-DDBF-DF40-595C-E4D81D3F5CA7}"/>
              </a:ext>
            </a:extLst>
          </p:cNvPr>
          <p:cNvSpPr/>
          <p:nvPr/>
        </p:nvSpPr>
        <p:spPr>
          <a:xfrm>
            <a:off x="8284646" y="2408872"/>
            <a:ext cx="3447106" cy="212000"/>
          </a:xfrm>
          <a:prstGeom prst="rect">
            <a:avLst/>
          </a:prstGeom>
          <a:solidFill>
            <a:srgbClr val="EBEFF7"/>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750" b="1">
                <a:solidFill>
                  <a:srgbClr val="101A3C"/>
                </a:solidFill>
                <a:effectLst/>
                <a:latin typeface="Segoe UI" panose="020B0502040204020203" pitchFamily="34" charset="0"/>
              </a:rPr>
              <a:t>Conversation turns</a:t>
            </a:r>
          </a:p>
          <a:p>
            <a:pPr algn="ctr">
              <a:buNone/>
            </a:pPr>
            <a:r>
              <a:rPr lang="en-US" sz="100">
                <a:effectLst/>
              </a:rPr>
              <a:t> </a:t>
            </a:r>
            <a:endParaRPr lang="en-US"/>
          </a:p>
        </p:txBody>
      </p:sp>
      <p:sp>
        <p:nvSpPr>
          <p:cNvPr id="27529" name="tc-bdiv">
            <a:extLst>
              <a:ext uri="{FF2B5EF4-FFF2-40B4-BE49-F238E27FC236}">
                <a16:creationId xmlns:a16="http://schemas.microsoft.com/office/drawing/2014/main" id="{B84D3A0A-29D0-E47A-B8CB-D6C308892489}"/>
              </a:ext>
            </a:extLst>
          </p:cNvPr>
          <p:cNvSpPr/>
          <p:nvPr/>
        </p:nvSpPr>
        <p:spPr>
          <a:xfrm>
            <a:off x="7148098" y="2408872"/>
            <a:ext cx="12700" cy="200000"/>
          </a:xfrm>
          <a:prstGeom prst="rect">
            <a:avLst/>
          </a:prstGeom>
          <a:solidFill>
            <a:srgbClr val="FFFFF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47" name="tc-brule">
            <a:extLst>
              <a:ext uri="{FF2B5EF4-FFF2-40B4-BE49-F238E27FC236}">
                <a16:creationId xmlns:a16="http://schemas.microsoft.com/office/drawing/2014/main" id="{89071109-CE4F-AED9-F501-1896E2CF0F73}"/>
              </a:ext>
            </a:extLst>
          </p:cNvPr>
          <p:cNvSpPr/>
          <p:nvPr/>
        </p:nvSpPr>
        <p:spPr>
          <a:xfrm>
            <a:off x="8612276" y="2392872"/>
            <a:ext cx="22860" cy="228000"/>
          </a:xfrm>
          <a:prstGeom prst="rect">
            <a:avLst/>
          </a:prstGeom>
          <a:solidFill>
            <a:srgbClr val="00B39F"/>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566" name="tc-capB">
            <a:extLst>
              <a:ext uri="{FF2B5EF4-FFF2-40B4-BE49-F238E27FC236}">
                <a16:creationId xmlns:a16="http://schemas.microsoft.com/office/drawing/2014/main" id="{4D814750-A94E-7754-78DC-59D73395FEE7}"/>
              </a:ext>
            </a:extLst>
          </p:cNvPr>
          <p:cNvSpPr/>
          <p:nvPr/>
        </p:nvSpPr>
        <p:spPr>
          <a:xfrm>
            <a:off x="6080760" y="2620872"/>
            <a:ext cx="5650992" cy="22912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750">
                <a:solidFill>
                  <a:srgbClr val="44495B"/>
                </a:solidFill>
                <a:effectLst/>
                <a:latin typeface="Segoe UI" panose="020B0502040204020203" pitchFamily="34" charset="0"/>
              </a:rPr>
              <a:t>The minimum is reached inside conversation turns, which must then also be identical across requests.</a:t>
            </a:r>
          </a:p>
          <a:p>
            <a:pPr algn="l">
              <a:buNone/>
            </a:pPr>
            <a:r>
              <a:rPr lang="en-US" sz="100">
                <a:effectLst/>
              </a:rPr>
              <a:t> </a:t>
            </a:r>
            <a:endParaRPr lang="en-US"/>
          </a:p>
        </p:txBody>
      </p:sp>
    </p:spTree>
    <p:extLst>
      <p:ext uri="{BB962C8B-B14F-4D97-AF65-F5344CB8AC3E}">
        <p14:creationId xmlns:p14="http://schemas.microsoft.com/office/powerpoint/2010/main" val="39486226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15" name="Rectangle 6914">
            <a:extLst>
              <a:ext uri="{FF2B5EF4-FFF2-40B4-BE49-F238E27FC236}">
                <a16:creationId xmlns:a16="http://schemas.microsoft.com/office/drawing/2014/main" id="{5C123262-9593-B42A-A47C-DC772477BFF2}"/>
              </a:ext>
            </a:extLst>
          </p:cNvPr>
          <p:cNvSpPr/>
          <p:nvPr/>
        </p:nvSpPr>
        <p:spPr>
          <a:xfrm>
            <a:off x="457200" y="201168"/>
            <a:ext cx="8229600" cy="3715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spc="150">
                <a:solidFill>
                  <a:srgbClr val="00B39F"/>
                </a:solidFill>
                <a:effectLst/>
                <a:latin typeface="Segoe UI" panose="020B0502040204020203" pitchFamily="34" charset="0"/>
              </a:rPr>
              <a:t>CONFIGURATION</a:t>
            </a:r>
            <a:endParaRPr lang="en-US"/>
          </a:p>
        </p:txBody>
      </p:sp>
      <p:sp>
        <p:nvSpPr>
          <p:cNvPr id="6917" name="Rectangle 6916">
            <a:extLst>
              <a:ext uri="{FF2B5EF4-FFF2-40B4-BE49-F238E27FC236}">
                <a16:creationId xmlns:a16="http://schemas.microsoft.com/office/drawing/2014/main" id="{85864770-EE46-5F82-F5F1-4B89CDA1B78E}"/>
              </a:ext>
            </a:extLst>
          </p:cNvPr>
          <p:cNvSpPr/>
          <p:nvPr/>
        </p:nvSpPr>
        <p:spPr>
          <a:xfrm>
            <a:off x="457200" y="411480"/>
            <a:ext cx="1078992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01A3C"/>
                </a:solidFill>
                <a:effectLst/>
                <a:latin typeface="Segoe UI" panose="020B0502040204020203" pitchFamily="34" charset="0"/>
              </a:rPr>
              <a:t>Configuration options</a:t>
            </a:r>
            <a:endParaRPr lang="en-US"/>
          </a:p>
        </p:txBody>
      </p:sp>
      <p:sp>
        <p:nvSpPr>
          <p:cNvPr id="6920" name="Rectangle 6919">
            <a:extLst>
              <a:ext uri="{FF2B5EF4-FFF2-40B4-BE49-F238E27FC236}">
                <a16:creationId xmlns:a16="http://schemas.microsoft.com/office/drawing/2014/main" id="{091B3FE0-F98B-606A-701B-51C7DE6BAABC}"/>
              </a:ext>
            </a:extLst>
          </p:cNvPr>
          <p:cNvSpPr/>
          <p:nvPr/>
        </p:nvSpPr>
        <p:spPr>
          <a:xfrm>
            <a:off x="457200" y="914400"/>
            <a:ext cx="1097280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50">
                <a:solidFill>
                  <a:srgbClr val="44495B"/>
                </a:solidFill>
                <a:effectLst/>
                <a:latin typeface="Segoe UI" panose="020B0502040204020203" pitchFamily="34" charset="0"/>
              </a:rPr>
              <a:t>Caching mode, deployment type and retention control. Content after a breakpoint can change without invalidating the cached prefix.</a:t>
            </a:r>
            <a:endParaRPr lang="en-US"/>
          </a:p>
        </p:txBody>
      </p:sp>
      <p:sp>
        <p:nvSpPr>
          <p:cNvPr id="6924" name="Rectangle 6923">
            <a:extLst>
              <a:ext uri="{FF2B5EF4-FFF2-40B4-BE49-F238E27FC236}">
                <a16:creationId xmlns:a16="http://schemas.microsoft.com/office/drawing/2014/main" id="{395CD0FB-124A-0E66-7C4C-FA636E323E6D}"/>
              </a:ext>
            </a:extLst>
          </p:cNvPr>
          <p:cNvSpPr/>
          <p:nvPr/>
        </p:nvSpPr>
        <p:spPr>
          <a:xfrm>
            <a:off x="457200" y="5760720"/>
            <a:ext cx="722376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6E7488"/>
                </a:solidFill>
                <a:effectLst/>
                <a:latin typeface="Segoe UI" panose="020B0502040204020203" pitchFamily="34" charset="0"/>
              </a:rPr>
              <a:t>Source: Learn · azure/foundry/openai/how-to/prompt-caching</a:t>
            </a:r>
          </a:p>
          <a:p>
            <a:pPr algn="l">
              <a:buNone/>
            </a:pPr>
            <a:r>
              <a:rPr lang="en-US" sz="100">
                <a:effectLst/>
              </a:rPr>
              <a:t> </a:t>
            </a:r>
            <a:endParaRPr lang="en-US"/>
          </a:p>
        </p:txBody>
      </p:sp>
      <p:sp>
        <p:nvSpPr>
          <p:cNvPr id="6929" name="Rectangle 6928">
            <a:extLst>
              <a:ext uri="{FF2B5EF4-FFF2-40B4-BE49-F238E27FC236}">
                <a16:creationId xmlns:a16="http://schemas.microsoft.com/office/drawing/2014/main" id="{EDCA4475-3724-565F-FB55-2E318A66FABD}"/>
              </a:ext>
            </a:extLst>
          </p:cNvPr>
          <p:cNvSpPr/>
          <p:nvPr/>
        </p:nvSpPr>
        <p:spPr>
          <a:xfrm>
            <a:off x="7772400" y="5760720"/>
            <a:ext cx="3962095"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900">
                <a:solidFill>
                  <a:srgbClr val="6E7488"/>
                </a:solidFill>
                <a:effectLst/>
                <a:latin typeface="Segoe UI" panose="020B0502040204020203" pitchFamily="34" charset="0"/>
              </a:rPr>
              <a:t>Prompt caching · September 2026 · 4</a:t>
            </a:r>
          </a:p>
          <a:p>
            <a:pPr algn="r">
              <a:buNone/>
            </a:pPr>
            <a:r>
              <a:rPr lang="en-US" sz="100">
                <a:effectLst/>
              </a:rPr>
              <a:t> </a:t>
            </a:r>
            <a:endParaRPr lang="en-US"/>
          </a:p>
        </p:txBody>
      </p:sp>
      <p:sp>
        <p:nvSpPr>
          <p:cNvPr id="6935" name="Rectangle 6934">
            <a:extLst>
              <a:ext uri="{FF2B5EF4-FFF2-40B4-BE49-F238E27FC236}">
                <a16:creationId xmlns:a16="http://schemas.microsoft.com/office/drawing/2014/main" id="{C7B0EDFC-5706-2614-2C9E-B15D2006B01F}"/>
              </a:ext>
            </a:extLst>
          </p:cNvPr>
          <p:cNvSpPr/>
          <p:nvPr/>
        </p:nvSpPr>
        <p:spPr>
          <a:xfrm>
            <a:off x="457200" y="1261872"/>
            <a:ext cx="1371600" cy="94932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Caching mode</a:t>
            </a:r>
            <a:endParaRPr lang="en-US"/>
          </a:p>
        </p:txBody>
      </p:sp>
      <p:sp>
        <p:nvSpPr>
          <p:cNvPr id="6942" name="Rectangle 6941">
            <a:extLst>
              <a:ext uri="{FF2B5EF4-FFF2-40B4-BE49-F238E27FC236}">
                <a16:creationId xmlns:a16="http://schemas.microsoft.com/office/drawing/2014/main" id="{A5DD4E1C-2377-1069-2997-A153A589E4BB}"/>
              </a:ext>
            </a:extLst>
          </p:cNvPr>
          <p:cNvSpPr/>
          <p:nvPr/>
        </p:nvSpPr>
        <p:spPr>
          <a:xfrm>
            <a:off x="1965960" y="1261872"/>
            <a:ext cx="4800600" cy="949325"/>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50" name="Rectangle 6949">
            <a:extLst>
              <a:ext uri="{FF2B5EF4-FFF2-40B4-BE49-F238E27FC236}">
                <a16:creationId xmlns:a16="http://schemas.microsoft.com/office/drawing/2014/main" id="{D42ACA32-2B21-6084-C06B-98F4A536EC14}"/>
              </a:ext>
            </a:extLst>
          </p:cNvPr>
          <p:cNvSpPr/>
          <p:nvPr/>
        </p:nvSpPr>
        <p:spPr>
          <a:xfrm>
            <a:off x="1965960" y="1261872"/>
            <a:ext cx="45720" cy="949325"/>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59" name="Rectangle 6958">
            <a:extLst>
              <a:ext uri="{FF2B5EF4-FFF2-40B4-BE49-F238E27FC236}">
                <a16:creationId xmlns:a16="http://schemas.microsoft.com/office/drawing/2014/main" id="{F5F2F058-4900-F8FE-D587-5ED1F36186B3}"/>
              </a:ext>
            </a:extLst>
          </p:cNvPr>
          <p:cNvSpPr/>
          <p:nvPr/>
        </p:nvSpPr>
        <p:spPr>
          <a:xfrm>
            <a:off x="2240280" y="1316736"/>
            <a:ext cx="4251960"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Implicit — the default</a:t>
            </a:r>
            <a:endParaRPr lang="en-US"/>
          </a:p>
        </p:txBody>
      </p:sp>
      <p:sp>
        <p:nvSpPr>
          <p:cNvPr id="6969" name="Rectangle 6968">
            <a:extLst>
              <a:ext uri="{FF2B5EF4-FFF2-40B4-BE49-F238E27FC236}">
                <a16:creationId xmlns:a16="http://schemas.microsoft.com/office/drawing/2014/main" id="{A96865C8-00AE-1CDA-78D8-F64D193741E0}"/>
              </a:ext>
            </a:extLst>
          </p:cNvPr>
          <p:cNvSpPr/>
          <p:nvPr/>
        </p:nvSpPr>
        <p:spPr>
          <a:xfrm>
            <a:off x="2240280" y="1699260"/>
            <a:ext cx="4251960"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A breakpoint is placed on the latest message. Explicit breakpoints supplied in the request are also used.</a:t>
            </a:r>
            <a:endParaRPr lang="en-US"/>
          </a:p>
        </p:txBody>
      </p:sp>
      <p:sp>
        <p:nvSpPr>
          <p:cNvPr id="6980" name="Rectangle 6979">
            <a:extLst>
              <a:ext uri="{FF2B5EF4-FFF2-40B4-BE49-F238E27FC236}">
                <a16:creationId xmlns:a16="http://schemas.microsoft.com/office/drawing/2014/main" id="{76ACE4C1-630A-2B80-ABF8-8175F6413951}"/>
              </a:ext>
            </a:extLst>
          </p:cNvPr>
          <p:cNvSpPr/>
          <p:nvPr/>
        </p:nvSpPr>
        <p:spPr>
          <a:xfrm>
            <a:off x="6931152" y="1261872"/>
            <a:ext cx="4800600" cy="949325"/>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92" name="Rectangle 6991">
            <a:extLst>
              <a:ext uri="{FF2B5EF4-FFF2-40B4-BE49-F238E27FC236}">
                <a16:creationId xmlns:a16="http://schemas.microsoft.com/office/drawing/2014/main" id="{E82EADA0-B4D6-8FEE-D1FC-5B58EB3641A4}"/>
              </a:ext>
            </a:extLst>
          </p:cNvPr>
          <p:cNvSpPr/>
          <p:nvPr/>
        </p:nvSpPr>
        <p:spPr>
          <a:xfrm>
            <a:off x="6931152" y="1261872"/>
            <a:ext cx="45720" cy="949325"/>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05" name="Rectangle 7004">
            <a:extLst>
              <a:ext uri="{FF2B5EF4-FFF2-40B4-BE49-F238E27FC236}">
                <a16:creationId xmlns:a16="http://schemas.microsoft.com/office/drawing/2014/main" id="{FDE4EEAE-10EF-E6FF-A359-0E8E4ED0F877}"/>
              </a:ext>
            </a:extLst>
          </p:cNvPr>
          <p:cNvSpPr/>
          <p:nvPr/>
        </p:nvSpPr>
        <p:spPr>
          <a:xfrm>
            <a:off x="7205472" y="1316736"/>
            <a:ext cx="4251960"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Explicit</a:t>
            </a:r>
            <a:endParaRPr lang="en-US"/>
          </a:p>
        </p:txBody>
      </p:sp>
      <p:sp>
        <p:nvSpPr>
          <p:cNvPr id="7019" name="Rectangle 7018">
            <a:extLst>
              <a:ext uri="{FF2B5EF4-FFF2-40B4-BE49-F238E27FC236}">
                <a16:creationId xmlns:a16="http://schemas.microsoft.com/office/drawing/2014/main" id="{21FF3ABE-DA53-C61B-5CC4-68F70A67087B}"/>
              </a:ext>
            </a:extLst>
          </p:cNvPr>
          <p:cNvSpPr/>
          <p:nvPr/>
        </p:nvSpPr>
        <p:spPr>
          <a:xfrm>
            <a:off x="7205472" y="1699260"/>
            <a:ext cx="4251960"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Only explicit breakpoints are used for cache reads and writes. A request without one does not use caching and incurs no cache-write charge.</a:t>
            </a:r>
            <a:endParaRPr lang="en-US"/>
          </a:p>
        </p:txBody>
      </p:sp>
      <p:sp>
        <p:nvSpPr>
          <p:cNvPr id="7034" name="Rectangle 7033">
            <a:extLst>
              <a:ext uri="{FF2B5EF4-FFF2-40B4-BE49-F238E27FC236}">
                <a16:creationId xmlns:a16="http://schemas.microsoft.com/office/drawing/2014/main" id="{167ACC24-2510-7CB5-892E-F475F8A0E1A1}"/>
              </a:ext>
            </a:extLst>
          </p:cNvPr>
          <p:cNvSpPr/>
          <p:nvPr/>
        </p:nvSpPr>
        <p:spPr>
          <a:xfrm>
            <a:off x="457200" y="2266061"/>
            <a:ext cx="1371600" cy="94932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Deployment type</a:t>
            </a:r>
            <a:endParaRPr lang="en-US"/>
          </a:p>
        </p:txBody>
      </p:sp>
      <p:sp>
        <p:nvSpPr>
          <p:cNvPr id="7050" name="Rectangle 7049">
            <a:extLst>
              <a:ext uri="{FF2B5EF4-FFF2-40B4-BE49-F238E27FC236}">
                <a16:creationId xmlns:a16="http://schemas.microsoft.com/office/drawing/2014/main" id="{E260C3B0-9317-C182-ECCC-C10B7D3BB596}"/>
              </a:ext>
            </a:extLst>
          </p:cNvPr>
          <p:cNvSpPr/>
          <p:nvPr/>
        </p:nvSpPr>
        <p:spPr>
          <a:xfrm>
            <a:off x="1965960" y="2266061"/>
            <a:ext cx="4800600" cy="949325"/>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67" name="Rectangle 7066">
            <a:extLst>
              <a:ext uri="{FF2B5EF4-FFF2-40B4-BE49-F238E27FC236}">
                <a16:creationId xmlns:a16="http://schemas.microsoft.com/office/drawing/2014/main" id="{A1A12287-4B5C-A902-9882-8E4287CB7BDB}"/>
              </a:ext>
            </a:extLst>
          </p:cNvPr>
          <p:cNvSpPr/>
          <p:nvPr/>
        </p:nvSpPr>
        <p:spPr>
          <a:xfrm>
            <a:off x="1965960" y="2266061"/>
            <a:ext cx="45720" cy="949325"/>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85" name="Rectangle 7084">
            <a:extLst>
              <a:ext uri="{FF2B5EF4-FFF2-40B4-BE49-F238E27FC236}">
                <a16:creationId xmlns:a16="http://schemas.microsoft.com/office/drawing/2014/main" id="{FA629F20-B4B4-C061-1810-B4E0291EFC76}"/>
              </a:ext>
            </a:extLst>
          </p:cNvPr>
          <p:cNvSpPr/>
          <p:nvPr/>
        </p:nvSpPr>
        <p:spPr>
          <a:xfrm>
            <a:off x="2240280" y="2320925"/>
            <a:ext cx="4251960"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Standard pay-as-you-go</a:t>
            </a:r>
          </a:p>
          <a:p>
            <a:pPr algn="l">
              <a:buNone/>
            </a:pPr>
            <a:r>
              <a:rPr lang="en-US" sz="100">
                <a:effectLst/>
              </a:rPr>
              <a:t> </a:t>
            </a:r>
            <a:endParaRPr lang="en-US"/>
          </a:p>
        </p:txBody>
      </p:sp>
      <p:sp>
        <p:nvSpPr>
          <p:cNvPr id="7104" name="Rectangle 7103">
            <a:extLst>
              <a:ext uri="{FF2B5EF4-FFF2-40B4-BE49-F238E27FC236}">
                <a16:creationId xmlns:a16="http://schemas.microsoft.com/office/drawing/2014/main" id="{3FE99E7B-9830-16B5-E5A9-CE5CE7606CEC}"/>
              </a:ext>
            </a:extLst>
          </p:cNvPr>
          <p:cNvSpPr/>
          <p:nvPr/>
        </p:nvSpPr>
        <p:spPr>
          <a:xfrm>
            <a:off x="2240280" y="2703449"/>
            <a:ext cx="4251960"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Supports prompt cache breakpoints and reports cache_write_tokens. Cache reads are billed at a discount on input token pricing.</a:t>
            </a:r>
            <a:endParaRPr lang="en-US"/>
          </a:p>
        </p:txBody>
      </p:sp>
      <p:sp>
        <p:nvSpPr>
          <p:cNvPr id="7124" name="Rectangle 7123">
            <a:extLst>
              <a:ext uri="{FF2B5EF4-FFF2-40B4-BE49-F238E27FC236}">
                <a16:creationId xmlns:a16="http://schemas.microsoft.com/office/drawing/2014/main" id="{023FF3F0-A8B8-D8F0-4787-071D5053585A}"/>
              </a:ext>
            </a:extLst>
          </p:cNvPr>
          <p:cNvSpPr/>
          <p:nvPr/>
        </p:nvSpPr>
        <p:spPr>
          <a:xfrm>
            <a:off x="6931152" y="2266061"/>
            <a:ext cx="4800600" cy="949325"/>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45" name="Rectangle 7144">
            <a:extLst>
              <a:ext uri="{FF2B5EF4-FFF2-40B4-BE49-F238E27FC236}">
                <a16:creationId xmlns:a16="http://schemas.microsoft.com/office/drawing/2014/main" id="{A7D4B825-4745-C950-ADE1-9DA5EDADD967}"/>
              </a:ext>
            </a:extLst>
          </p:cNvPr>
          <p:cNvSpPr/>
          <p:nvPr/>
        </p:nvSpPr>
        <p:spPr>
          <a:xfrm>
            <a:off x="6931152" y="2266061"/>
            <a:ext cx="45720" cy="949325"/>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167" name="Rectangle 7166">
            <a:extLst>
              <a:ext uri="{FF2B5EF4-FFF2-40B4-BE49-F238E27FC236}">
                <a16:creationId xmlns:a16="http://schemas.microsoft.com/office/drawing/2014/main" id="{FC8A258F-F5C9-1658-A218-039E0B03889C}"/>
              </a:ext>
            </a:extLst>
          </p:cNvPr>
          <p:cNvSpPr/>
          <p:nvPr/>
        </p:nvSpPr>
        <p:spPr>
          <a:xfrm>
            <a:off x="7205472" y="2320925"/>
            <a:ext cx="4251960"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Provisioned Throughput managed (PTU-M)</a:t>
            </a:r>
          </a:p>
          <a:p>
            <a:pPr algn="l">
              <a:buNone/>
            </a:pPr>
            <a:r>
              <a:rPr lang="en-US" sz="100">
                <a:effectLst/>
              </a:rPr>
              <a:t> </a:t>
            </a:r>
            <a:endParaRPr lang="en-US"/>
          </a:p>
        </p:txBody>
      </p:sp>
      <p:sp>
        <p:nvSpPr>
          <p:cNvPr id="7190" name="Rectangle 7189">
            <a:extLst>
              <a:ext uri="{FF2B5EF4-FFF2-40B4-BE49-F238E27FC236}">
                <a16:creationId xmlns:a16="http://schemas.microsoft.com/office/drawing/2014/main" id="{CA13DBE5-CA7B-A464-1C1B-74E28B852E63}"/>
              </a:ext>
            </a:extLst>
          </p:cNvPr>
          <p:cNvSpPr/>
          <p:nvPr/>
        </p:nvSpPr>
        <p:spPr>
          <a:xfrm>
            <a:off x="7205472" y="2703449"/>
            <a:ext cx="4251960"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Supports prompt caching. Does not support breakpoints or report cache_write_tokens. Up to 100% discount on input tokens.</a:t>
            </a:r>
            <a:endParaRPr lang="en-US"/>
          </a:p>
        </p:txBody>
      </p:sp>
      <p:sp>
        <p:nvSpPr>
          <p:cNvPr id="7214" name="Rectangle 7213">
            <a:extLst>
              <a:ext uri="{FF2B5EF4-FFF2-40B4-BE49-F238E27FC236}">
                <a16:creationId xmlns:a16="http://schemas.microsoft.com/office/drawing/2014/main" id="{DC7DCE53-CEED-853C-FA7C-090B29BFEB5B}"/>
              </a:ext>
            </a:extLst>
          </p:cNvPr>
          <p:cNvSpPr/>
          <p:nvPr/>
        </p:nvSpPr>
        <p:spPr>
          <a:xfrm>
            <a:off x="457200" y="3270250"/>
            <a:ext cx="1371600" cy="94932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Retention control</a:t>
            </a:r>
            <a:endParaRPr lang="en-US"/>
          </a:p>
        </p:txBody>
      </p:sp>
      <p:sp>
        <p:nvSpPr>
          <p:cNvPr id="7239" name="Rectangle 7238">
            <a:extLst>
              <a:ext uri="{FF2B5EF4-FFF2-40B4-BE49-F238E27FC236}">
                <a16:creationId xmlns:a16="http://schemas.microsoft.com/office/drawing/2014/main" id="{AA0C8DE0-58FE-8F01-8F28-0DBA2904ED08}"/>
              </a:ext>
            </a:extLst>
          </p:cNvPr>
          <p:cNvSpPr/>
          <p:nvPr/>
        </p:nvSpPr>
        <p:spPr>
          <a:xfrm>
            <a:off x="1965960" y="3270250"/>
            <a:ext cx="4800600" cy="949325"/>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65" name="Rectangle 7264">
            <a:extLst>
              <a:ext uri="{FF2B5EF4-FFF2-40B4-BE49-F238E27FC236}">
                <a16:creationId xmlns:a16="http://schemas.microsoft.com/office/drawing/2014/main" id="{8D3DD220-1F10-6981-E0A6-4B2CA22BC01E}"/>
              </a:ext>
            </a:extLst>
          </p:cNvPr>
          <p:cNvSpPr/>
          <p:nvPr/>
        </p:nvSpPr>
        <p:spPr>
          <a:xfrm>
            <a:off x="1965960" y="3270250"/>
            <a:ext cx="45720" cy="949325"/>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292" name="Rectangle 7291">
            <a:extLst>
              <a:ext uri="{FF2B5EF4-FFF2-40B4-BE49-F238E27FC236}">
                <a16:creationId xmlns:a16="http://schemas.microsoft.com/office/drawing/2014/main" id="{EF8CF521-482E-1D14-4EE2-9D8B8A024DF2}"/>
              </a:ext>
            </a:extLst>
          </p:cNvPr>
          <p:cNvSpPr/>
          <p:nvPr/>
        </p:nvSpPr>
        <p:spPr>
          <a:xfrm>
            <a:off x="2240280" y="3325114"/>
            <a:ext cx="4251960"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prompt_cache_options.ttl — GPT-5.6 and later</a:t>
            </a:r>
            <a:endParaRPr lang="en-US"/>
          </a:p>
        </p:txBody>
      </p:sp>
      <p:sp>
        <p:nvSpPr>
          <p:cNvPr id="7320" name="Rectangle 7319">
            <a:extLst>
              <a:ext uri="{FF2B5EF4-FFF2-40B4-BE49-F238E27FC236}">
                <a16:creationId xmlns:a16="http://schemas.microsoft.com/office/drawing/2014/main" id="{7E2CF223-8AC1-F3AD-3274-E1550EB172BD}"/>
              </a:ext>
            </a:extLst>
          </p:cNvPr>
          <p:cNvSpPr/>
          <p:nvPr/>
        </p:nvSpPr>
        <p:spPr>
          <a:xfrm>
            <a:off x="2240280" y="3707638"/>
            <a:ext cx="4251960"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Sets a minimum cache lifetime. 30m is the default and the only supported value. A cached prefix may be retained longer.</a:t>
            </a:r>
            <a:endParaRPr lang="en-US"/>
          </a:p>
        </p:txBody>
      </p:sp>
      <p:sp>
        <p:nvSpPr>
          <p:cNvPr id="7349" name="Rectangle 7348">
            <a:extLst>
              <a:ext uri="{FF2B5EF4-FFF2-40B4-BE49-F238E27FC236}">
                <a16:creationId xmlns:a16="http://schemas.microsoft.com/office/drawing/2014/main" id="{17BACF43-2CBE-53BE-D62D-6F953A3FFE05}"/>
              </a:ext>
            </a:extLst>
          </p:cNvPr>
          <p:cNvSpPr/>
          <p:nvPr/>
        </p:nvSpPr>
        <p:spPr>
          <a:xfrm>
            <a:off x="6931152" y="3270250"/>
            <a:ext cx="4800600" cy="949325"/>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79" name="Rectangle 7378">
            <a:extLst>
              <a:ext uri="{FF2B5EF4-FFF2-40B4-BE49-F238E27FC236}">
                <a16:creationId xmlns:a16="http://schemas.microsoft.com/office/drawing/2014/main" id="{0C4AC62D-08E8-DF3C-73E8-C893E4A5BB7C}"/>
              </a:ext>
            </a:extLst>
          </p:cNvPr>
          <p:cNvSpPr/>
          <p:nvPr/>
        </p:nvSpPr>
        <p:spPr>
          <a:xfrm>
            <a:off x="6931152" y="3270250"/>
            <a:ext cx="45720" cy="949325"/>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10" name="Rectangle 7409">
            <a:extLst>
              <a:ext uri="{FF2B5EF4-FFF2-40B4-BE49-F238E27FC236}">
                <a16:creationId xmlns:a16="http://schemas.microsoft.com/office/drawing/2014/main" id="{93F03E0E-DD28-D3BC-4C28-823F4C936405}"/>
              </a:ext>
            </a:extLst>
          </p:cNvPr>
          <p:cNvSpPr/>
          <p:nvPr/>
        </p:nvSpPr>
        <p:spPr>
          <a:xfrm>
            <a:off x="7205472" y="3325114"/>
            <a:ext cx="4251960"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prompt_cache_retention — earlier models</a:t>
            </a:r>
            <a:endParaRPr lang="en-US"/>
          </a:p>
        </p:txBody>
      </p:sp>
      <p:sp>
        <p:nvSpPr>
          <p:cNvPr id="7442" name="Rectangle 7441">
            <a:extLst>
              <a:ext uri="{FF2B5EF4-FFF2-40B4-BE49-F238E27FC236}">
                <a16:creationId xmlns:a16="http://schemas.microsoft.com/office/drawing/2014/main" id="{274DD062-0653-4AAE-68D0-EFE4300B41A9}"/>
              </a:ext>
            </a:extLst>
          </p:cNvPr>
          <p:cNvSpPr/>
          <p:nvPr/>
        </p:nvSpPr>
        <p:spPr>
          <a:xfrm>
            <a:off x="7205472" y="3707638"/>
            <a:ext cx="4251960"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Selects a maximum-retention policy. Deprecated and not applicable on GPT-5.6 and later.</a:t>
            </a:r>
            <a:endParaRPr lang="en-US"/>
          </a:p>
        </p:txBody>
      </p:sp>
      <p:sp>
        <p:nvSpPr>
          <p:cNvPr id="7475" name="Rectangle 7474">
            <a:extLst>
              <a:ext uri="{FF2B5EF4-FFF2-40B4-BE49-F238E27FC236}">
                <a16:creationId xmlns:a16="http://schemas.microsoft.com/office/drawing/2014/main" id="{97D8C4FA-A3E2-ADE7-33F8-0744DD9BE38D}"/>
              </a:ext>
            </a:extLst>
          </p:cNvPr>
          <p:cNvSpPr/>
          <p:nvPr/>
        </p:nvSpPr>
        <p:spPr>
          <a:xfrm>
            <a:off x="457200" y="4329303"/>
            <a:ext cx="8229600" cy="2743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50" b="1" spc="130">
                <a:solidFill>
                  <a:srgbClr val="008173"/>
                </a:solidFill>
                <a:effectLst/>
                <a:latin typeface="Segoe UI" panose="020B0502040204020203" pitchFamily="34" charset="0"/>
              </a:rPr>
              <a:t>MODEL FAMILY DIFFERENCES — GPT-5.6 AND LATER COMPARED WITH GPT-5.5 AND EARLIER</a:t>
            </a:r>
            <a:endParaRPr lang="en-US"/>
          </a:p>
        </p:txBody>
      </p:sp>
      <p:sp>
        <p:nvSpPr>
          <p:cNvPr id="7509" name="Rectangle 7508">
            <a:extLst>
              <a:ext uri="{FF2B5EF4-FFF2-40B4-BE49-F238E27FC236}">
                <a16:creationId xmlns:a16="http://schemas.microsoft.com/office/drawing/2014/main" id="{7B9B146E-7D0B-407A-E0B2-898D911A06E0}"/>
              </a:ext>
            </a:extLst>
          </p:cNvPr>
          <p:cNvSpPr/>
          <p:nvPr/>
        </p:nvSpPr>
        <p:spPr>
          <a:xfrm>
            <a:off x="457200" y="4603623"/>
            <a:ext cx="2695880" cy="927926"/>
          </a:xfrm>
          <a:prstGeom prst="rect">
            <a:avLst/>
          </a:prstGeom>
          <a:solidFill>
            <a:srgbClr val="EBEFF7"/>
          </a:solidFill>
          <a:ln w="9525">
            <a:solidFill>
              <a:srgbClr val="D5DCE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544" name="Rectangle 7543">
            <a:extLst>
              <a:ext uri="{FF2B5EF4-FFF2-40B4-BE49-F238E27FC236}">
                <a16:creationId xmlns:a16="http://schemas.microsoft.com/office/drawing/2014/main" id="{9547B331-D121-97F1-EED0-F85509D29971}"/>
              </a:ext>
            </a:extLst>
          </p:cNvPr>
          <p:cNvSpPr/>
          <p:nvPr/>
        </p:nvSpPr>
        <p:spPr>
          <a:xfrm>
            <a:off x="658368" y="4695063"/>
            <a:ext cx="2293544" cy="3221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Explicit breakpoints</a:t>
            </a:r>
            <a:endParaRPr lang="en-US"/>
          </a:p>
        </p:txBody>
      </p:sp>
      <p:sp>
        <p:nvSpPr>
          <p:cNvPr id="7580" name="Rectangle 7579">
            <a:extLst>
              <a:ext uri="{FF2B5EF4-FFF2-40B4-BE49-F238E27FC236}">
                <a16:creationId xmlns:a16="http://schemas.microsoft.com/office/drawing/2014/main" id="{2AA7CC83-3D3C-6F7F-01A1-C6185915541F}"/>
              </a:ext>
            </a:extLst>
          </p:cNvPr>
          <p:cNvSpPr/>
          <p:nvPr/>
        </p:nvSpPr>
        <p:spPr>
          <a:xfrm>
            <a:off x="658368" y="4998910"/>
            <a:ext cx="2293544" cy="441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141B33"/>
                </a:solidFill>
                <a:effectLst/>
                <a:latin typeface="Segoe UI" panose="020B0502040204020203" pitchFamily="34" charset="0"/>
              </a:rPr>
              <a:t>Supported on GPT-5.6 and later. Earlier models return a 400 error.</a:t>
            </a:r>
            <a:endParaRPr lang="en-US"/>
          </a:p>
        </p:txBody>
      </p:sp>
      <p:sp>
        <p:nvSpPr>
          <p:cNvPr id="7617" name="Rectangle 7616">
            <a:extLst>
              <a:ext uri="{FF2B5EF4-FFF2-40B4-BE49-F238E27FC236}">
                <a16:creationId xmlns:a16="http://schemas.microsoft.com/office/drawing/2014/main" id="{1A0EE829-71BE-AC73-18B2-527359218A10}"/>
              </a:ext>
            </a:extLst>
          </p:cNvPr>
          <p:cNvSpPr/>
          <p:nvPr/>
        </p:nvSpPr>
        <p:spPr>
          <a:xfrm>
            <a:off x="3317672" y="4603623"/>
            <a:ext cx="2695880" cy="927926"/>
          </a:xfrm>
          <a:prstGeom prst="rect">
            <a:avLst/>
          </a:prstGeom>
          <a:solidFill>
            <a:srgbClr val="EBEFF7"/>
          </a:solidFill>
          <a:ln w="9525">
            <a:solidFill>
              <a:srgbClr val="D5DCE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55" name="Rectangle 7654">
            <a:extLst>
              <a:ext uri="{FF2B5EF4-FFF2-40B4-BE49-F238E27FC236}">
                <a16:creationId xmlns:a16="http://schemas.microsoft.com/office/drawing/2014/main" id="{13187E66-359A-0F8F-EA5D-DCF4201B7F82}"/>
              </a:ext>
            </a:extLst>
          </p:cNvPr>
          <p:cNvSpPr/>
          <p:nvPr/>
        </p:nvSpPr>
        <p:spPr>
          <a:xfrm>
            <a:off x="3518840" y="4695063"/>
            <a:ext cx="2293544" cy="3221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Cache writes</a:t>
            </a:r>
            <a:endParaRPr lang="en-US"/>
          </a:p>
        </p:txBody>
      </p:sp>
      <p:sp>
        <p:nvSpPr>
          <p:cNvPr id="7694" name="Rectangle 7693">
            <a:extLst>
              <a:ext uri="{FF2B5EF4-FFF2-40B4-BE49-F238E27FC236}">
                <a16:creationId xmlns:a16="http://schemas.microsoft.com/office/drawing/2014/main" id="{5AB36C34-022A-159E-5C81-73B64C272090}"/>
              </a:ext>
            </a:extLst>
          </p:cNvPr>
          <p:cNvSpPr/>
          <p:nvPr/>
        </p:nvSpPr>
        <p:spPr>
          <a:xfrm>
            <a:off x="3518840" y="4998910"/>
            <a:ext cx="2293544" cy="441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141B33"/>
                </a:solidFill>
                <a:effectLst/>
                <a:latin typeface="Segoe UI" panose="020B0502040204020203" pitchFamily="34" charset="0"/>
              </a:rPr>
              <a:t>May incur charges on GPT-5.6 and later. No additional charge on earlier models.</a:t>
            </a:r>
            <a:endParaRPr lang="en-US"/>
          </a:p>
        </p:txBody>
      </p:sp>
      <p:sp>
        <p:nvSpPr>
          <p:cNvPr id="7734" name="Rectangle 7733">
            <a:extLst>
              <a:ext uri="{FF2B5EF4-FFF2-40B4-BE49-F238E27FC236}">
                <a16:creationId xmlns:a16="http://schemas.microsoft.com/office/drawing/2014/main" id="{E555E204-0D8C-A22B-46AF-A5F5D1EEE58D}"/>
              </a:ext>
            </a:extLst>
          </p:cNvPr>
          <p:cNvSpPr/>
          <p:nvPr/>
        </p:nvSpPr>
        <p:spPr>
          <a:xfrm>
            <a:off x="6178144" y="4603623"/>
            <a:ext cx="2695880" cy="927926"/>
          </a:xfrm>
          <a:prstGeom prst="rect">
            <a:avLst/>
          </a:prstGeom>
          <a:solidFill>
            <a:srgbClr val="EBEFF7"/>
          </a:solidFill>
          <a:ln w="9525">
            <a:solidFill>
              <a:srgbClr val="D5DCE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75" name="Rectangle 7774">
            <a:extLst>
              <a:ext uri="{FF2B5EF4-FFF2-40B4-BE49-F238E27FC236}">
                <a16:creationId xmlns:a16="http://schemas.microsoft.com/office/drawing/2014/main" id="{FB77998B-137B-E50B-6411-59F723F1104A}"/>
              </a:ext>
            </a:extLst>
          </p:cNvPr>
          <p:cNvSpPr/>
          <p:nvPr/>
        </p:nvSpPr>
        <p:spPr>
          <a:xfrm>
            <a:off x="6379312" y="4695063"/>
            <a:ext cx="2293544" cy="3221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Cached-token reporting</a:t>
            </a:r>
            <a:endParaRPr lang="en-US"/>
          </a:p>
        </p:txBody>
      </p:sp>
      <p:sp>
        <p:nvSpPr>
          <p:cNvPr id="7817" name="Rectangle 7816">
            <a:extLst>
              <a:ext uri="{FF2B5EF4-FFF2-40B4-BE49-F238E27FC236}">
                <a16:creationId xmlns:a16="http://schemas.microsoft.com/office/drawing/2014/main" id="{9CBEC73F-159C-EA72-759E-F876786F8778}"/>
              </a:ext>
            </a:extLst>
          </p:cNvPr>
          <p:cNvSpPr/>
          <p:nvPr/>
        </p:nvSpPr>
        <p:spPr>
          <a:xfrm>
            <a:off x="6379312" y="4998910"/>
            <a:ext cx="2293544" cy="441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141B33"/>
                </a:solidFill>
                <a:effectLst/>
                <a:latin typeface="Segoe UI" panose="020B0502040204020203" pitchFamily="34" charset="0"/>
              </a:rPr>
              <a:t>Exact on GPT-5.6 and later. Rounded down to 128-token increments on earlier models.</a:t>
            </a:r>
            <a:endParaRPr lang="en-US"/>
          </a:p>
        </p:txBody>
      </p:sp>
      <p:sp>
        <p:nvSpPr>
          <p:cNvPr id="7860" name="Rectangle 7859">
            <a:extLst>
              <a:ext uri="{FF2B5EF4-FFF2-40B4-BE49-F238E27FC236}">
                <a16:creationId xmlns:a16="http://schemas.microsoft.com/office/drawing/2014/main" id="{6C437B90-5939-0F1C-611E-69541BA8B000}"/>
              </a:ext>
            </a:extLst>
          </p:cNvPr>
          <p:cNvSpPr/>
          <p:nvPr/>
        </p:nvSpPr>
        <p:spPr>
          <a:xfrm>
            <a:off x="9038615" y="4603623"/>
            <a:ext cx="2695880" cy="927926"/>
          </a:xfrm>
          <a:prstGeom prst="rect">
            <a:avLst/>
          </a:prstGeom>
          <a:solidFill>
            <a:srgbClr val="EBEFF7"/>
          </a:solidFill>
          <a:ln w="9525">
            <a:solidFill>
              <a:srgbClr val="D5DCE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04" name="Rectangle 7903">
            <a:extLst>
              <a:ext uri="{FF2B5EF4-FFF2-40B4-BE49-F238E27FC236}">
                <a16:creationId xmlns:a16="http://schemas.microsoft.com/office/drawing/2014/main" id="{72C83F6F-A26B-F845-144F-AFD6BC1D8FDD}"/>
              </a:ext>
            </a:extLst>
          </p:cNvPr>
          <p:cNvSpPr/>
          <p:nvPr/>
        </p:nvSpPr>
        <p:spPr>
          <a:xfrm>
            <a:off x="9239783" y="4695063"/>
            <a:ext cx="2293544" cy="3221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Extended retention</a:t>
            </a:r>
            <a:endParaRPr lang="en-US"/>
          </a:p>
        </p:txBody>
      </p:sp>
      <p:sp>
        <p:nvSpPr>
          <p:cNvPr id="7949" name="Rectangle 7948">
            <a:extLst>
              <a:ext uri="{FF2B5EF4-FFF2-40B4-BE49-F238E27FC236}">
                <a16:creationId xmlns:a16="http://schemas.microsoft.com/office/drawing/2014/main" id="{E54E07B9-0BBC-C09A-A2DD-9F6665F22FCA}"/>
              </a:ext>
            </a:extLst>
          </p:cNvPr>
          <p:cNvSpPr/>
          <p:nvPr/>
        </p:nvSpPr>
        <p:spPr>
          <a:xfrm>
            <a:off x="9239783" y="4998910"/>
            <a:ext cx="2293544" cy="441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141B33"/>
                </a:solidFill>
                <a:effectLst/>
                <a:latin typeface="Segoe UI" panose="020B0502040204020203" pitchFamily="34" charset="0"/>
              </a:rPr>
              <a:t>Available on a published list of earlier models. Enabled by default for gpt-5.5.</a:t>
            </a:r>
            <a:endParaRPr lang="en-US"/>
          </a:p>
        </p:txBody>
      </p:sp>
    </p:spTree>
    <p:extLst>
      <p:ext uri="{BB962C8B-B14F-4D97-AF65-F5344CB8AC3E}">
        <p14:creationId xmlns:p14="http://schemas.microsoft.com/office/powerpoint/2010/main" val="3431081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50" name="Rectangle 7949">
            <a:extLst>
              <a:ext uri="{FF2B5EF4-FFF2-40B4-BE49-F238E27FC236}">
                <a16:creationId xmlns:a16="http://schemas.microsoft.com/office/drawing/2014/main" id="{3EAAE0F9-D16E-0D37-D92A-A95C11F30CC8}"/>
              </a:ext>
            </a:extLst>
          </p:cNvPr>
          <p:cNvSpPr/>
          <p:nvPr/>
        </p:nvSpPr>
        <p:spPr>
          <a:xfrm>
            <a:off x="457200" y="201168"/>
            <a:ext cx="8229600" cy="3715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spc="150">
                <a:solidFill>
                  <a:srgbClr val="00B39F"/>
                </a:solidFill>
                <a:effectLst/>
                <a:latin typeface="Segoe UI" panose="020B0502040204020203" pitchFamily="34" charset="0"/>
              </a:rPr>
              <a:t>OPERATIONS</a:t>
            </a:r>
            <a:endParaRPr lang="en-US"/>
          </a:p>
        </p:txBody>
      </p:sp>
      <p:sp>
        <p:nvSpPr>
          <p:cNvPr id="7952" name="Rectangle 7951">
            <a:extLst>
              <a:ext uri="{FF2B5EF4-FFF2-40B4-BE49-F238E27FC236}">
                <a16:creationId xmlns:a16="http://schemas.microsoft.com/office/drawing/2014/main" id="{F3821E80-9031-07EE-97EB-DB8CACABC6C7}"/>
              </a:ext>
            </a:extLst>
          </p:cNvPr>
          <p:cNvSpPr/>
          <p:nvPr/>
        </p:nvSpPr>
        <p:spPr>
          <a:xfrm>
            <a:off x="457200" y="411480"/>
            <a:ext cx="1078992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01A3C"/>
                </a:solidFill>
                <a:effectLst/>
                <a:latin typeface="Segoe UI" panose="020B0502040204020203" pitchFamily="34" charset="0"/>
              </a:rPr>
              <a:t>Limits, monitoring and data boundaries</a:t>
            </a:r>
            <a:endParaRPr lang="en-US"/>
          </a:p>
        </p:txBody>
      </p:sp>
      <p:sp>
        <p:nvSpPr>
          <p:cNvPr id="7955" name="Rectangle 7954">
            <a:extLst>
              <a:ext uri="{FF2B5EF4-FFF2-40B4-BE49-F238E27FC236}">
                <a16:creationId xmlns:a16="http://schemas.microsoft.com/office/drawing/2014/main" id="{85FAD62F-E546-5B4F-A237-B2F943665F50}"/>
              </a:ext>
            </a:extLst>
          </p:cNvPr>
          <p:cNvSpPr/>
          <p:nvPr/>
        </p:nvSpPr>
        <p:spPr>
          <a:xfrm>
            <a:off x="457200" y="914400"/>
            <a:ext cx="1097280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50">
                <a:solidFill>
                  <a:srgbClr val="44495B"/>
                </a:solidFill>
                <a:effectLst/>
                <a:latin typeface="Segoe UI" panose="020B0502040204020203" pitchFamily="34" charset="0"/>
              </a:rPr>
              <a:t>Documented limits, the response fields that report cache activity, and the isolation boundaries that apply.</a:t>
            </a:r>
            <a:endParaRPr lang="en-US"/>
          </a:p>
        </p:txBody>
      </p:sp>
      <p:sp>
        <p:nvSpPr>
          <p:cNvPr id="7959" name="Rectangle 7958">
            <a:extLst>
              <a:ext uri="{FF2B5EF4-FFF2-40B4-BE49-F238E27FC236}">
                <a16:creationId xmlns:a16="http://schemas.microsoft.com/office/drawing/2014/main" id="{30D0F975-C99E-418E-00ED-C489F7BC674B}"/>
              </a:ext>
            </a:extLst>
          </p:cNvPr>
          <p:cNvSpPr/>
          <p:nvPr/>
        </p:nvSpPr>
        <p:spPr>
          <a:xfrm>
            <a:off x="457200" y="5760720"/>
            <a:ext cx="722376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6E7488"/>
                </a:solidFill>
                <a:effectLst/>
                <a:latin typeface="Segoe UI" panose="020B0502040204020203" pitchFamily="34" charset="0"/>
              </a:rPr>
              <a:t>Source: Learn · azure/foundry/openai/how-to/prompt-caching</a:t>
            </a:r>
          </a:p>
          <a:p>
            <a:pPr algn="l">
              <a:buNone/>
            </a:pPr>
            <a:r>
              <a:rPr lang="en-US" sz="100">
                <a:effectLst/>
              </a:rPr>
              <a:t> </a:t>
            </a:r>
            <a:endParaRPr lang="en-US"/>
          </a:p>
        </p:txBody>
      </p:sp>
      <p:sp>
        <p:nvSpPr>
          <p:cNvPr id="7964" name="Rectangle 7963">
            <a:extLst>
              <a:ext uri="{FF2B5EF4-FFF2-40B4-BE49-F238E27FC236}">
                <a16:creationId xmlns:a16="http://schemas.microsoft.com/office/drawing/2014/main" id="{0B84A685-2B4E-CA8B-CC72-6B44D9387E6C}"/>
              </a:ext>
            </a:extLst>
          </p:cNvPr>
          <p:cNvSpPr/>
          <p:nvPr/>
        </p:nvSpPr>
        <p:spPr>
          <a:xfrm>
            <a:off x="7772400" y="5760720"/>
            <a:ext cx="3962095"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900">
                <a:solidFill>
                  <a:srgbClr val="6E7488"/>
                </a:solidFill>
                <a:effectLst/>
                <a:latin typeface="Segoe UI" panose="020B0502040204020203" pitchFamily="34" charset="0"/>
              </a:rPr>
              <a:t>Prompt caching · September 2026 · 5</a:t>
            </a:r>
          </a:p>
          <a:p>
            <a:pPr algn="r">
              <a:buNone/>
            </a:pPr>
            <a:r>
              <a:rPr lang="en-US" sz="100">
                <a:effectLst/>
              </a:rPr>
              <a:t> </a:t>
            </a:r>
            <a:endParaRPr lang="en-US"/>
          </a:p>
        </p:txBody>
      </p:sp>
      <p:sp>
        <p:nvSpPr>
          <p:cNvPr id="7970" name="Rectangle 7969">
            <a:extLst>
              <a:ext uri="{FF2B5EF4-FFF2-40B4-BE49-F238E27FC236}">
                <a16:creationId xmlns:a16="http://schemas.microsoft.com/office/drawing/2014/main" id="{D8CA4607-9BAA-62D9-E0C5-991C16173BF3}"/>
              </a:ext>
            </a:extLst>
          </p:cNvPr>
          <p:cNvSpPr/>
          <p:nvPr/>
        </p:nvSpPr>
        <p:spPr>
          <a:xfrm>
            <a:off x="457200" y="1280160"/>
            <a:ext cx="5806440" cy="365760"/>
          </a:xfrm>
          <a:prstGeom prst="rect">
            <a:avLst/>
          </a:prstGeom>
          <a:solidFill>
            <a:srgbClr val="EBEFF7"/>
          </a:solidFill>
          <a:ln>
            <a:solidFill>
              <a:srgbClr val="EBEF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77" name="Rectangle 7976">
            <a:extLst>
              <a:ext uri="{FF2B5EF4-FFF2-40B4-BE49-F238E27FC236}">
                <a16:creationId xmlns:a16="http://schemas.microsoft.com/office/drawing/2014/main" id="{98629A28-3D93-5E0E-EE05-ACF531EB6AAD}"/>
              </a:ext>
            </a:extLst>
          </p:cNvPr>
          <p:cNvSpPr/>
          <p:nvPr/>
        </p:nvSpPr>
        <p:spPr>
          <a:xfrm>
            <a:off x="658368" y="1280160"/>
            <a:ext cx="5440680"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spc="120">
                <a:solidFill>
                  <a:srgbClr val="101A3C"/>
                </a:solidFill>
                <a:effectLst/>
                <a:latin typeface="Segoe UI" panose="020B0502040204020203" pitchFamily="34" charset="0"/>
              </a:rPr>
              <a:t>LIMITS AND MONITORING</a:t>
            </a:r>
            <a:endParaRPr lang="en-US"/>
          </a:p>
        </p:txBody>
      </p:sp>
      <p:sp>
        <p:nvSpPr>
          <p:cNvPr id="7985" name="Rectangle 7984">
            <a:extLst>
              <a:ext uri="{FF2B5EF4-FFF2-40B4-BE49-F238E27FC236}">
                <a16:creationId xmlns:a16="http://schemas.microsoft.com/office/drawing/2014/main" id="{D6D4FF01-3FC9-17AE-29B0-81031F94CC6E}"/>
              </a:ext>
            </a:extLst>
          </p:cNvPr>
          <p:cNvSpPr/>
          <p:nvPr/>
        </p:nvSpPr>
        <p:spPr>
          <a:xfrm>
            <a:off x="475488" y="1874520"/>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994" name="Rectangle 7993">
            <a:extLst>
              <a:ext uri="{FF2B5EF4-FFF2-40B4-BE49-F238E27FC236}">
                <a16:creationId xmlns:a16="http://schemas.microsoft.com/office/drawing/2014/main" id="{8D6F69DD-A982-2763-9BF8-DC8E0C74F046}"/>
              </a:ext>
            </a:extLst>
          </p:cNvPr>
          <p:cNvSpPr/>
          <p:nvPr/>
        </p:nvSpPr>
        <p:spPr>
          <a:xfrm>
            <a:off x="731520" y="1792224"/>
            <a:ext cx="5486400"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Minimum 1,024 tokens. The first 1,024 tokens must be identical.</a:t>
            </a:r>
            <a:endParaRPr lang="en-US"/>
          </a:p>
        </p:txBody>
      </p:sp>
      <p:sp>
        <p:nvSpPr>
          <p:cNvPr id="8004" name="Rectangle 8003">
            <a:extLst>
              <a:ext uri="{FF2B5EF4-FFF2-40B4-BE49-F238E27FC236}">
                <a16:creationId xmlns:a16="http://schemas.microsoft.com/office/drawing/2014/main" id="{54B888D0-0F29-C292-8A36-DC593024D868}"/>
              </a:ext>
            </a:extLst>
          </p:cNvPr>
          <p:cNvSpPr/>
          <p:nvPr/>
        </p:nvSpPr>
        <p:spPr>
          <a:xfrm>
            <a:off x="475488" y="2271014"/>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15" name="Rectangle 8014">
            <a:extLst>
              <a:ext uri="{FF2B5EF4-FFF2-40B4-BE49-F238E27FC236}">
                <a16:creationId xmlns:a16="http://schemas.microsoft.com/office/drawing/2014/main" id="{DD35C877-E74E-553F-31A1-B70204BC2587}"/>
              </a:ext>
            </a:extLst>
          </p:cNvPr>
          <p:cNvSpPr/>
          <p:nvPr/>
        </p:nvSpPr>
        <p:spPr>
          <a:xfrm>
            <a:off x="731520" y="2188718"/>
            <a:ext cx="5486400"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Up to four new cache writes per request.</a:t>
            </a:r>
            <a:endParaRPr lang="en-US"/>
          </a:p>
        </p:txBody>
      </p:sp>
      <p:sp>
        <p:nvSpPr>
          <p:cNvPr id="8027" name="Rectangle 8026">
            <a:extLst>
              <a:ext uri="{FF2B5EF4-FFF2-40B4-BE49-F238E27FC236}">
                <a16:creationId xmlns:a16="http://schemas.microsoft.com/office/drawing/2014/main" id="{82D32D75-FA18-2E83-C80C-301B1362F691}"/>
              </a:ext>
            </a:extLst>
          </p:cNvPr>
          <p:cNvSpPr/>
          <p:nvPr/>
        </p:nvSpPr>
        <p:spPr>
          <a:xfrm>
            <a:off x="475488" y="2667508"/>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40" name="Rectangle 8039">
            <a:extLst>
              <a:ext uri="{FF2B5EF4-FFF2-40B4-BE49-F238E27FC236}">
                <a16:creationId xmlns:a16="http://schemas.microsoft.com/office/drawing/2014/main" id="{A12D30F1-2E00-62EB-0288-C45B2072E061}"/>
              </a:ext>
            </a:extLst>
          </p:cNvPr>
          <p:cNvSpPr/>
          <p:nvPr/>
        </p:nvSpPr>
        <p:spPr>
          <a:xfrm>
            <a:off x="731520" y="2585212"/>
            <a:ext cx="5486400"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Breakpoints from earlier conversation turns are read-only; they match but are not rewritten.</a:t>
            </a:r>
            <a:endParaRPr lang="en-US"/>
          </a:p>
        </p:txBody>
      </p:sp>
      <p:sp>
        <p:nvSpPr>
          <p:cNvPr id="8054" name="Rectangle 8053">
            <a:extLst>
              <a:ext uri="{FF2B5EF4-FFF2-40B4-BE49-F238E27FC236}">
                <a16:creationId xmlns:a16="http://schemas.microsoft.com/office/drawing/2014/main" id="{1C967F31-4754-566D-398E-EE52D4417F2F}"/>
              </a:ext>
            </a:extLst>
          </p:cNvPr>
          <p:cNvSpPr/>
          <p:nvPr/>
        </p:nvSpPr>
        <p:spPr>
          <a:xfrm>
            <a:off x="475488" y="3064002"/>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69" name="Rectangle 8068">
            <a:extLst>
              <a:ext uri="{FF2B5EF4-FFF2-40B4-BE49-F238E27FC236}">
                <a16:creationId xmlns:a16="http://schemas.microsoft.com/office/drawing/2014/main" id="{FF3B1C4D-F5FB-20E1-E7A7-10AB8BB61C02}"/>
              </a:ext>
            </a:extLst>
          </p:cNvPr>
          <p:cNvSpPr/>
          <p:nvPr/>
        </p:nvSpPr>
        <p:spPr>
          <a:xfrm>
            <a:off x="731520" y="2981706"/>
            <a:ext cx="5486400"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Up to the latest 50 breakpoints are considered for cache reads.</a:t>
            </a:r>
            <a:endParaRPr lang="en-US"/>
          </a:p>
        </p:txBody>
      </p:sp>
      <p:sp>
        <p:nvSpPr>
          <p:cNvPr id="8085" name="Rectangle 8084">
            <a:extLst>
              <a:ext uri="{FF2B5EF4-FFF2-40B4-BE49-F238E27FC236}">
                <a16:creationId xmlns:a16="http://schemas.microsoft.com/office/drawing/2014/main" id="{406C2D86-FF04-B78D-8C3B-CBDE9531D401}"/>
              </a:ext>
            </a:extLst>
          </p:cNvPr>
          <p:cNvSpPr/>
          <p:nvPr/>
        </p:nvSpPr>
        <p:spPr>
          <a:xfrm>
            <a:off x="475488" y="3460496"/>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02" name="Rectangle 8101">
            <a:extLst>
              <a:ext uri="{FF2B5EF4-FFF2-40B4-BE49-F238E27FC236}">
                <a16:creationId xmlns:a16="http://schemas.microsoft.com/office/drawing/2014/main" id="{EB1E7063-5811-1B58-57E6-9E3B9B0C826A}"/>
              </a:ext>
            </a:extLst>
          </p:cNvPr>
          <p:cNvSpPr/>
          <p:nvPr/>
        </p:nvSpPr>
        <p:spPr>
          <a:xfrm>
            <a:off x="731520" y="3378200"/>
            <a:ext cx="5486400"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Approximately 15 requests per minute per prefix and prompt_cache_key combination before misses occur.</a:t>
            </a:r>
            <a:endParaRPr lang="en-US"/>
          </a:p>
        </p:txBody>
      </p:sp>
      <p:sp>
        <p:nvSpPr>
          <p:cNvPr id="8120" name="Rectangle 8119">
            <a:extLst>
              <a:ext uri="{FF2B5EF4-FFF2-40B4-BE49-F238E27FC236}">
                <a16:creationId xmlns:a16="http://schemas.microsoft.com/office/drawing/2014/main" id="{6FFEBE55-BC08-8FE4-4645-A68BF0B6CE5F}"/>
              </a:ext>
            </a:extLst>
          </p:cNvPr>
          <p:cNvSpPr/>
          <p:nvPr/>
        </p:nvSpPr>
        <p:spPr>
          <a:xfrm>
            <a:off x="475488" y="3856990"/>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39" name="Rectangle 8138">
            <a:extLst>
              <a:ext uri="{FF2B5EF4-FFF2-40B4-BE49-F238E27FC236}">
                <a16:creationId xmlns:a16="http://schemas.microsoft.com/office/drawing/2014/main" id="{3DB6816B-13C1-149D-6A38-A9CDF89801F1}"/>
              </a:ext>
            </a:extLst>
          </p:cNvPr>
          <p:cNvSpPr/>
          <p:nvPr/>
        </p:nvSpPr>
        <p:spPr>
          <a:xfrm>
            <a:off x="731520" y="3774694"/>
            <a:ext cx="5486400" cy="472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In-memory caches clear within 5 to 10 minutes of inactivity, and within one hour of last use.</a:t>
            </a:r>
            <a:endParaRPr lang="en-US"/>
          </a:p>
        </p:txBody>
      </p:sp>
      <p:sp>
        <p:nvSpPr>
          <p:cNvPr id="8159" name="Rectangle 8158">
            <a:extLst>
              <a:ext uri="{FF2B5EF4-FFF2-40B4-BE49-F238E27FC236}">
                <a16:creationId xmlns:a16="http://schemas.microsoft.com/office/drawing/2014/main" id="{4DA6215D-5DCF-0489-A8E9-7B863B66880C}"/>
              </a:ext>
            </a:extLst>
          </p:cNvPr>
          <p:cNvSpPr/>
          <p:nvPr/>
        </p:nvSpPr>
        <p:spPr>
          <a:xfrm>
            <a:off x="475488" y="4412234"/>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180" name="Rectangle 8179">
            <a:extLst>
              <a:ext uri="{FF2B5EF4-FFF2-40B4-BE49-F238E27FC236}">
                <a16:creationId xmlns:a16="http://schemas.microsoft.com/office/drawing/2014/main" id="{FB4AEF18-9A91-D8A8-098F-94B5AE123B12}"/>
              </a:ext>
            </a:extLst>
          </p:cNvPr>
          <p:cNvSpPr/>
          <p:nvPr/>
        </p:nvSpPr>
        <p:spPr>
          <a:xfrm>
            <a:off x="731520" y="4329938"/>
            <a:ext cx="5486400"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cached_tokens reports cache reads. cache_write_tokens reports cache writes where available.</a:t>
            </a:r>
            <a:endParaRPr lang="en-US"/>
          </a:p>
        </p:txBody>
      </p:sp>
      <p:sp>
        <p:nvSpPr>
          <p:cNvPr id="8202" name="Rectangle 8201">
            <a:extLst>
              <a:ext uri="{FF2B5EF4-FFF2-40B4-BE49-F238E27FC236}">
                <a16:creationId xmlns:a16="http://schemas.microsoft.com/office/drawing/2014/main" id="{08427817-7C40-1EEB-AC67-94E2515CB707}"/>
              </a:ext>
            </a:extLst>
          </p:cNvPr>
          <p:cNvSpPr/>
          <p:nvPr/>
        </p:nvSpPr>
        <p:spPr>
          <a:xfrm>
            <a:off x="475488" y="4808728"/>
            <a:ext cx="100584" cy="100584"/>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25" name="Rectangle 8224">
            <a:extLst>
              <a:ext uri="{FF2B5EF4-FFF2-40B4-BE49-F238E27FC236}">
                <a16:creationId xmlns:a16="http://schemas.microsoft.com/office/drawing/2014/main" id="{2FDF3AB7-F29C-5CA5-CC9D-060F84E60D4F}"/>
              </a:ext>
            </a:extLst>
          </p:cNvPr>
          <p:cNvSpPr/>
          <p:nvPr/>
        </p:nvSpPr>
        <p:spPr>
          <a:xfrm>
            <a:off x="731520" y="4726432"/>
            <a:ext cx="5486400" cy="314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00">
                <a:solidFill>
                  <a:srgbClr val="141B33"/>
                </a:solidFill>
                <a:effectLst/>
                <a:latin typeface="Segoe UI" panose="020B0502040204020203" pitchFamily="34" charset="0"/>
              </a:rPr>
              <a:t>A sustained cached_tokens value of 0 indicates the prefix is not matching.</a:t>
            </a:r>
            <a:endParaRPr lang="en-US"/>
          </a:p>
        </p:txBody>
      </p:sp>
      <p:sp>
        <p:nvSpPr>
          <p:cNvPr id="8249" name="Rectangle 8248">
            <a:extLst>
              <a:ext uri="{FF2B5EF4-FFF2-40B4-BE49-F238E27FC236}">
                <a16:creationId xmlns:a16="http://schemas.microsoft.com/office/drawing/2014/main" id="{60ECB2A4-5BD9-7A54-2E69-3B236F2D1C09}"/>
              </a:ext>
            </a:extLst>
          </p:cNvPr>
          <p:cNvSpPr/>
          <p:nvPr/>
        </p:nvSpPr>
        <p:spPr>
          <a:xfrm>
            <a:off x="6492240" y="1280160"/>
            <a:ext cx="5239512" cy="365760"/>
          </a:xfrm>
          <a:prstGeom prst="rect">
            <a:avLst/>
          </a:prstGeom>
          <a:solidFill>
            <a:srgbClr val="EBEFF7"/>
          </a:solidFill>
          <a:ln>
            <a:solidFill>
              <a:srgbClr val="EBEF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274" name="Rectangle 8273">
            <a:extLst>
              <a:ext uri="{FF2B5EF4-FFF2-40B4-BE49-F238E27FC236}">
                <a16:creationId xmlns:a16="http://schemas.microsoft.com/office/drawing/2014/main" id="{FA1C85D6-B7C0-3DF0-A171-C662D66740C8}"/>
              </a:ext>
            </a:extLst>
          </p:cNvPr>
          <p:cNvSpPr/>
          <p:nvPr/>
        </p:nvSpPr>
        <p:spPr>
          <a:xfrm>
            <a:off x="6693408" y="1280160"/>
            <a:ext cx="4873752" cy="3657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spc="120">
                <a:solidFill>
                  <a:srgbClr val="101A3C"/>
                </a:solidFill>
                <a:effectLst/>
                <a:latin typeface="Segoe UI" panose="020B0502040204020203" pitchFamily="34" charset="0"/>
              </a:rPr>
              <a:t>BOUNDARIES</a:t>
            </a:r>
            <a:endParaRPr lang="en-US"/>
          </a:p>
        </p:txBody>
      </p:sp>
      <p:sp>
        <p:nvSpPr>
          <p:cNvPr id="8300" name="Rectangle 8299">
            <a:extLst>
              <a:ext uri="{FF2B5EF4-FFF2-40B4-BE49-F238E27FC236}">
                <a16:creationId xmlns:a16="http://schemas.microsoft.com/office/drawing/2014/main" id="{A92FA4C6-D9B3-2ABF-843B-56969EB43E22}"/>
              </a:ext>
            </a:extLst>
          </p:cNvPr>
          <p:cNvSpPr/>
          <p:nvPr/>
        </p:nvSpPr>
        <p:spPr>
          <a:xfrm>
            <a:off x="6492240" y="1792224"/>
            <a:ext cx="5239512" cy="689991"/>
          </a:xfrm>
          <a:prstGeom prst="rect">
            <a:avLst/>
          </a:prstGeom>
          <a:solidFill>
            <a:srgbClr val="F6F8FD"/>
          </a:solidFill>
          <a:ln>
            <a:solidFill>
              <a:srgbClr val="F6F8F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27" name="Rectangle 8326">
            <a:extLst>
              <a:ext uri="{FF2B5EF4-FFF2-40B4-BE49-F238E27FC236}">
                <a16:creationId xmlns:a16="http://schemas.microsoft.com/office/drawing/2014/main" id="{ECE92EA5-04FE-51C5-9533-BBDDC6D7E92E}"/>
              </a:ext>
            </a:extLst>
          </p:cNvPr>
          <p:cNvSpPr/>
          <p:nvPr/>
        </p:nvSpPr>
        <p:spPr>
          <a:xfrm>
            <a:off x="6492240"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55" name="Rectangle 8354">
            <a:extLst>
              <a:ext uri="{FF2B5EF4-FFF2-40B4-BE49-F238E27FC236}">
                <a16:creationId xmlns:a16="http://schemas.microsoft.com/office/drawing/2014/main" id="{9E827355-EDE7-1D9A-620D-5A93D2BE5A81}"/>
              </a:ext>
            </a:extLst>
          </p:cNvPr>
          <p:cNvSpPr/>
          <p:nvPr/>
        </p:nvSpPr>
        <p:spPr>
          <a:xfrm>
            <a:off x="6492240"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384" name="Rectangle 8383">
            <a:extLst>
              <a:ext uri="{FF2B5EF4-FFF2-40B4-BE49-F238E27FC236}">
                <a16:creationId xmlns:a16="http://schemas.microsoft.com/office/drawing/2014/main" id="{1C7CB3BE-6BEB-5D35-606D-85564492288D}"/>
              </a:ext>
            </a:extLst>
          </p:cNvPr>
          <p:cNvSpPr/>
          <p:nvPr/>
        </p:nvSpPr>
        <p:spPr>
          <a:xfrm>
            <a:off x="6866491"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14" name="Rectangle 8413">
            <a:extLst>
              <a:ext uri="{FF2B5EF4-FFF2-40B4-BE49-F238E27FC236}">
                <a16:creationId xmlns:a16="http://schemas.microsoft.com/office/drawing/2014/main" id="{244EC86F-1E58-7F0C-6E2D-2AA8AD7EFC67}"/>
              </a:ext>
            </a:extLst>
          </p:cNvPr>
          <p:cNvSpPr/>
          <p:nvPr/>
        </p:nvSpPr>
        <p:spPr>
          <a:xfrm>
            <a:off x="6866491"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45" name="Rectangle 8444">
            <a:extLst>
              <a:ext uri="{FF2B5EF4-FFF2-40B4-BE49-F238E27FC236}">
                <a16:creationId xmlns:a16="http://schemas.microsoft.com/office/drawing/2014/main" id="{8B1B1D99-FC5D-E24D-AAE2-6EC3A0221153}"/>
              </a:ext>
            </a:extLst>
          </p:cNvPr>
          <p:cNvSpPr/>
          <p:nvPr/>
        </p:nvSpPr>
        <p:spPr>
          <a:xfrm>
            <a:off x="7240742"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77" name="Rectangle 8476">
            <a:extLst>
              <a:ext uri="{FF2B5EF4-FFF2-40B4-BE49-F238E27FC236}">
                <a16:creationId xmlns:a16="http://schemas.microsoft.com/office/drawing/2014/main" id="{0C61B72F-0C2A-0DFE-3850-BD8E336929EE}"/>
              </a:ext>
            </a:extLst>
          </p:cNvPr>
          <p:cNvSpPr/>
          <p:nvPr/>
        </p:nvSpPr>
        <p:spPr>
          <a:xfrm>
            <a:off x="7240742"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10" name="Rectangle 8509">
            <a:extLst>
              <a:ext uri="{FF2B5EF4-FFF2-40B4-BE49-F238E27FC236}">
                <a16:creationId xmlns:a16="http://schemas.microsoft.com/office/drawing/2014/main" id="{099826FF-EDA2-CDD0-2054-222DA3689C88}"/>
              </a:ext>
            </a:extLst>
          </p:cNvPr>
          <p:cNvSpPr/>
          <p:nvPr/>
        </p:nvSpPr>
        <p:spPr>
          <a:xfrm>
            <a:off x="7614993"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44" name="Rectangle 8543">
            <a:extLst>
              <a:ext uri="{FF2B5EF4-FFF2-40B4-BE49-F238E27FC236}">
                <a16:creationId xmlns:a16="http://schemas.microsoft.com/office/drawing/2014/main" id="{7DEA357F-D896-F030-85BC-388365DC84BB}"/>
              </a:ext>
            </a:extLst>
          </p:cNvPr>
          <p:cNvSpPr/>
          <p:nvPr/>
        </p:nvSpPr>
        <p:spPr>
          <a:xfrm>
            <a:off x="7614993"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579" name="Rectangle 8578">
            <a:extLst>
              <a:ext uri="{FF2B5EF4-FFF2-40B4-BE49-F238E27FC236}">
                <a16:creationId xmlns:a16="http://schemas.microsoft.com/office/drawing/2014/main" id="{73D3EF6B-68B0-BB5B-7724-69EC0A442101}"/>
              </a:ext>
            </a:extLst>
          </p:cNvPr>
          <p:cNvSpPr/>
          <p:nvPr/>
        </p:nvSpPr>
        <p:spPr>
          <a:xfrm>
            <a:off x="7989243"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15" name="Rectangle 8614">
            <a:extLst>
              <a:ext uri="{FF2B5EF4-FFF2-40B4-BE49-F238E27FC236}">
                <a16:creationId xmlns:a16="http://schemas.microsoft.com/office/drawing/2014/main" id="{73239670-E474-D47E-98B2-0475A0B67309}"/>
              </a:ext>
            </a:extLst>
          </p:cNvPr>
          <p:cNvSpPr/>
          <p:nvPr/>
        </p:nvSpPr>
        <p:spPr>
          <a:xfrm>
            <a:off x="7989243"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52" name="Rectangle 8651">
            <a:extLst>
              <a:ext uri="{FF2B5EF4-FFF2-40B4-BE49-F238E27FC236}">
                <a16:creationId xmlns:a16="http://schemas.microsoft.com/office/drawing/2014/main" id="{3D187EF9-D6A2-BFED-0BD2-9F46A54E5B5B}"/>
              </a:ext>
            </a:extLst>
          </p:cNvPr>
          <p:cNvSpPr/>
          <p:nvPr/>
        </p:nvSpPr>
        <p:spPr>
          <a:xfrm>
            <a:off x="8363494"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690" name="Rectangle 8689">
            <a:extLst>
              <a:ext uri="{FF2B5EF4-FFF2-40B4-BE49-F238E27FC236}">
                <a16:creationId xmlns:a16="http://schemas.microsoft.com/office/drawing/2014/main" id="{49B3D1A4-1E0F-9D24-14C6-754FABF93ABA}"/>
              </a:ext>
            </a:extLst>
          </p:cNvPr>
          <p:cNvSpPr/>
          <p:nvPr/>
        </p:nvSpPr>
        <p:spPr>
          <a:xfrm>
            <a:off x="8363494"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29" name="Rectangle 8728">
            <a:extLst>
              <a:ext uri="{FF2B5EF4-FFF2-40B4-BE49-F238E27FC236}">
                <a16:creationId xmlns:a16="http://schemas.microsoft.com/office/drawing/2014/main" id="{2CC62712-81FB-4334-1ABD-A6A006EEC13B}"/>
              </a:ext>
            </a:extLst>
          </p:cNvPr>
          <p:cNvSpPr/>
          <p:nvPr/>
        </p:nvSpPr>
        <p:spPr>
          <a:xfrm>
            <a:off x="8737745"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769" name="Rectangle 8768">
            <a:extLst>
              <a:ext uri="{FF2B5EF4-FFF2-40B4-BE49-F238E27FC236}">
                <a16:creationId xmlns:a16="http://schemas.microsoft.com/office/drawing/2014/main" id="{8E1C472A-9FE1-1339-6537-89DF0D6F9F17}"/>
              </a:ext>
            </a:extLst>
          </p:cNvPr>
          <p:cNvSpPr/>
          <p:nvPr/>
        </p:nvSpPr>
        <p:spPr>
          <a:xfrm>
            <a:off x="8737745"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10" name="Rectangle 8809">
            <a:extLst>
              <a:ext uri="{FF2B5EF4-FFF2-40B4-BE49-F238E27FC236}">
                <a16:creationId xmlns:a16="http://schemas.microsoft.com/office/drawing/2014/main" id="{E55A9BAD-DBE1-5A16-FBDB-6E4DB1EAF4BC}"/>
              </a:ext>
            </a:extLst>
          </p:cNvPr>
          <p:cNvSpPr/>
          <p:nvPr/>
        </p:nvSpPr>
        <p:spPr>
          <a:xfrm>
            <a:off x="9111996"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52" name="Rectangle 8851">
            <a:extLst>
              <a:ext uri="{FF2B5EF4-FFF2-40B4-BE49-F238E27FC236}">
                <a16:creationId xmlns:a16="http://schemas.microsoft.com/office/drawing/2014/main" id="{DB9EEF77-FBBA-1CE3-A054-E7E44DA523B8}"/>
              </a:ext>
            </a:extLst>
          </p:cNvPr>
          <p:cNvSpPr/>
          <p:nvPr/>
        </p:nvSpPr>
        <p:spPr>
          <a:xfrm>
            <a:off x="9111996"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95" name="Rectangle 8894">
            <a:extLst>
              <a:ext uri="{FF2B5EF4-FFF2-40B4-BE49-F238E27FC236}">
                <a16:creationId xmlns:a16="http://schemas.microsoft.com/office/drawing/2014/main" id="{09F3C60B-D72B-D28C-DD12-6EE59A95C324}"/>
              </a:ext>
            </a:extLst>
          </p:cNvPr>
          <p:cNvSpPr/>
          <p:nvPr/>
        </p:nvSpPr>
        <p:spPr>
          <a:xfrm>
            <a:off x="9486247"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39" name="Rectangle 8938">
            <a:extLst>
              <a:ext uri="{FF2B5EF4-FFF2-40B4-BE49-F238E27FC236}">
                <a16:creationId xmlns:a16="http://schemas.microsoft.com/office/drawing/2014/main" id="{A3F12F55-6BBB-65D4-C93A-65D461637A3A}"/>
              </a:ext>
            </a:extLst>
          </p:cNvPr>
          <p:cNvSpPr/>
          <p:nvPr/>
        </p:nvSpPr>
        <p:spPr>
          <a:xfrm>
            <a:off x="9486247"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984" name="Rectangle 8983">
            <a:extLst>
              <a:ext uri="{FF2B5EF4-FFF2-40B4-BE49-F238E27FC236}">
                <a16:creationId xmlns:a16="http://schemas.microsoft.com/office/drawing/2014/main" id="{C1EB40CB-245F-3B5F-F3BB-7756ECC9BC36}"/>
              </a:ext>
            </a:extLst>
          </p:cNvPr>
          <p:cNvSpPr/>
          <p:nvPr/>
        </p:nvSpPr>
        <p:spPr>
          <a:xfrm>
            <a:off x="9860498"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30" name="Rectangle 9029">
            <a:extLst>
              <a:ext uri="{FF2B5EF4-FFF2-40B4-BE49-F238E27FC236}">
                <a16:creationId xmlns:a16="http://schemas.microsoft.com/office/drawing/2014/main" id="{5B65034E-8D24-FF37-89F7-BF3BE1269BC0}"/>
              </a:ext>
            </a:extLst>
          </p:cNvPr>
          <p:cNvSpPr/>
          <p:nvPr/>
        </p:nvSpPr>
        <p:spPr>
          <a:xfrm>
            <a:off x="9860498"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077" name="Rectangle 9076">
            <a:extLst>
              <a:ext uri="{FF2B5EF4-FFF2-40B4-BE49-F238E27FC236}">
                <a16:creationId xmlns:a16="http://schemas.microsoft.com/office/drawing/2014/main" id="{BA717E34-090F-DFE3-74DC-6A965A270955}"/>
              </a:ext>
            </a:extLst>
          </p:cNvPr>
          <p:cNvSpPr/>
          <p:nvPr/>
        </p:nvSpPr>
        <p:spPr>
          <a:xfrm>
            <a:off x="10234749"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25" name="Rectangle 9124">
            <a:extLst>
              <a:ext uri="{FF2B5EF4-FFF2-40B4-BE49-F238E27FC236}">
                <a16:creationId xmlns:a16="http://schemas.microsoft.com/office/drawing/2014/main" id="{D4DFC67F-1B96-EDFF-0F47-763589E7DCAC}"/>
              </a:ext>
            </a:extLst>
          </p:cNvPr>
          <p:cNvSpPr/>
          <p:nvPr/>
        </p:nvSpPr>
        <p:spPr>
          <a:xfrm>
            <a:off x="10234749"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174" name="Rectangle 9173">
            <a:extLst>
              <a:ext uri="{FF2B5EF4-FFF2-40B4-BE49-F238E27FC236}">
                <a16:creationId xmlns:a16="http://schemas.microsoft.com/office/drawing/2014/main" id="{C2AAB02A-FC14-7ABB-416F-A437D1E7C19E}"/>
              </a:ext>
            </a:extLst>
          </p:cNvPr>
          <p:cNvSpPr/>
          <p:nvPr/>
        </p:nvSpPr>
        <p:spPr>
          <a:xfrm>
            <a:off x="10608999"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24" name="Rectangle 9223">
            <a:extLst>
              <a:ext uri="{FF2B5EF4-FFF2-40B4-BE49-F238E27FC236}">
                <a16:creationId xmlns:a16="http://schemas.microsoft.com/office/drawing/2014/main" id="{BF03AB01-302D-0FE3-38A2-31E05B80AD8F}"/>
              </a:ext>
            </a:extLst>
          </p:cNvPr>
          <p:cNvSpPr/>
          <p:nvPr/>
        </p:nvSpPr>
        <p:spPr>
          <a:xfrm>
            <a:off x="10608999"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75" name="Rectangle 9274">
            <a:extLst>
              <a:ext uri="{FF2B5EF4-FFF2-40B4-BE49-F238E27FC236}">
                <a16:creationId xmlns:a16="http://schemas.microsoft.com/office/drawing/2014/main" id="{5AF5EDC1-9851-F739-8E1D-BB701E73967D}"/>
              </a:ext>
            </a:extLst>
          </p:cNvPr>
          <p:cNvSpPr/>
          <p:nvPr/>
        </p:nvSpPr>
        <p:spPr>
          <a:xfrm>
            <a:off x="10983250"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27" name="Rectangle 9326">
            <a:extLst>
              <a:ext uri="{FF2B5EF4-FFF2-40B4-BE49-F238E27FC236}">
                <a16:creationId xmlns:a16="http://schemas.microsoft.com/office/drawing/2014/main" id="{4C073184-1C8A-7E1B-1D96-04D8B814DF1A}"/>
              </a:ext>
            </a:extLst>
          </p:cNvPr>
          <p:cNvSpPr/>
          <p:nvPr/>
        </p:nvSpPr>
        <p:spPr>
          <a:xfrm>
            <a:off x="10983250"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380" name="Rectangle 9379">
            <a:extLst>
              <a:ext uri="{FF2B5EF4-FFF2-40B4-BE49-F238E27FC236}">
                <a16:creationId xmlns:a16="http://schemas.microsoft.com/office/drawing/2014/main" id="{1EF4563C-2452-2C7B-09FE-F066034B8005}"/>
              </a:ext>
            </a:extLst>
          </p:cNvPr>
          <p:cNvSpPr/>
          <p:nvPr/>
        </p:nvSpPr>
        <p:spPr>
          <a:xfrm>
            <a:off x="11357501" y="179222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34" name="Rectangle 9433">
            <a:extLst>
              <a:ext uri="{FF2B5EF4-FFF2-40B4-BE49-F238E27FC236}">
                <a16:creationId xmlns:a16="http://schemas.microsoft.com/office/drawing/2014/main" id="{AE6AB0A6-D0E7-D82B-B1C7-A2E252AB89A6}"/>
              </a:ext>
            </a:extLst>
          </p:cNvPr>
          <p:cNvSpPr/>
          <p:nvPr/>
        </p:nvSpPr>
        <p:spPr>
          <a:xfrm>
            <a:off x="11357501" y="246634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489" name="Rectangle 9488">
            <a:extLst>
              <a:ext uri="{FF2B5EF4-FFF2-40B4-BE49-F238E27FC236}">
                <a16:creationId xmlns:a16="http://schemas.microsoft.com/office/drawing/2014/main" id="{5252A6EA-D96E-6A69-7459-46AF6AEA887F}"/>
              </a:ext>
            </a:extLst>
          </p:cNvPr>
          <p:cNvSpPr/>
          <p:nvPr/>
        </p:nvSpPr>
        <p:spPr>
          <a:xfrm>
            <a:off x="6492240" y="1792224"/>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545" name="Rectangle 9544">
            <a:extLst>
              <a:ext uri="{FF2B5EF4-FFF2-40B4-BE49-F238E27FC236}">
                <a16:creationId xmlns:a16="http://schemas.microsoft.com/office/drawing/2014/main" id="{CC57AE57-F777-27FB-9270-59B218512210}"/>
              </a:ext>
            </a:extLst>
          </p:cNvPr>
          <p:cNvSpPr/>
          <p:nvPr/>
        </p:nvSpPr>
        <p:spPr>
          <a:xfrm>
            <a:off x="11715877" y="1792224"/>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02" name="Rectangle 9601">
            <a:extLst>
              <a:ext uri="{FF2B5EF4-FFF2-40B4-BE49-F238E27FC236}">
                <a16:creationId xmlns:a16="http://schemas.microsoft.com/office/drawing/2014/main" id="{1378A6E0-9203-D046-FA83-93EEAF6CF1C4}"/>
              </a:ext>
            </a:extLst>
          </p:cNvPr>
          <p:cNvSpPr/>
          <p:nvPr/>
        </p:nvSpPr>
        <p:spPr>
          <a:xfrm>
            <a:off x="6492240" y="2022221"/>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660" name="Rectangle 9659">
            <a:extLst>
              <a:ext uri="{FF2B5EF4-FFF2-40B4-BE49-F238E27FC236}">
                <a16:creationId xmlns:a16="http://schemas.microsoft.com/office/drawing/2014/main" id="{01023FE0-CE49-BE85-DB7C-533967EA7A06}"/>
              </a:ext>
            </a:extLst>
          </p:cNvPr>
          <p:cNvSpPr/>
          <p:nvPr/>
        </p:nvSpPr>
        <p:spPr>
          <a:xfrm>
            <a:off x="11715877" y="2022221"/>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19" name="Rectangle 9718">
            <a:extLst>
              <a:ext uri="{FF2B5EF4-FFF2-40B4-BE49-F238E27FC236}">
                <a16:creationId xmlns:a16="http://schemas.microsoft.com/office/drawing/2014/main" id="{86A61ACD-0061-5CEC-23DE-8074AFB57461}"/>
              </a:ext>
            </a:extLst>
          </p:cNvPr>
          <p:cNvSpPr/>
          <p:nvPr/>
        </p:nvSpPr>
        <p:spPr>
          <a:xfrm>
            <a:off x="6492240" y="2252218"/>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779" name="Rectangle 9778">
            <a:extLst>
              <a:ext uri="{FF2B5EF4-FFF2-40B4-BE49-F238E27FC236}">
                <a16:creationId xmlns:a16="http://schemas.microsoft.com/office/drawing/2014/main" id="{88F50257-34F9-2E7D-C46E-7B0B0F443A53}"/>
              </a:ext>
            </a:extLst>
          </p:cNvPr>
          <p:cNvSpPr/>
          <p:nvPr/>
        </p:nvSpPr>
        <p:spPr>
          <a:xfrm>
            <a:off x="11715877" y="2252218"/>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840" name="Rectangle 9839">
            <a:extLst>
              <a:ext uri="{FF2B5EF4-FFF2-40B4-BE49-F238E27FC236}">
                <a16:creationId xmlns:a16="http://schemas.microsoft.com/office/drawing/2014/main" id="{30C23C56-D4F6-F59F-19DF-3D30917FCD08}"/>
              </a:ext>
            </a:extLst>
          </p:cNvPr>
          <p:cNvSpPr/>
          <p:nvPr/>
        </p:nvSpPr>
        <p:spPr>
          <a:xfrm>
            <a:off x="6693408" y="1892808"/>
            <a:ext cx="1783080" cy="4888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Subscription isolation</a:t>
            </a:r>
            <a:endParaRPr lang="en-US"/>
          </a:p>
        </p:txBody>
      </p:sp>
      <p:sp>
        <p:nvSpPr>
          <p:cNvPr id="9902" name="Rectangle 9901">
            <a:extLst>
              <a:ext uri="{FF2B5EF4-FFF2-40B4-BE49-F238E27FC236}">
                <a16:creationId xmlns:a16="http://schemas.microsoft.com/office/drawing/2014/main" id="{6F7BAE56-2029-8B7E-D1ED-7501D042A601}"/>
              </a:ext>
            </a:extLst>
          </p:cNvPr>
          <p:cNvSpPr/>
          <p:nvPr/>
        </p:nvSpPr>
        <p:spPr>
          <a:xfrm>
            <a:off x="8567928" y="1908683"/>
            <a:ext cx="3182112"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Prompt caches are not shared between Azure subscriptions.</a:t>
            </a:r>
            <a:endParaRPr lang="en-US"/>
          </a:p>
        </p:txBody>
      </p:sp>
      <p:sp>
        <p:nvSpPr>
          <p:cNvPr id="9965" name="Rectangle 9964">
            <a:extLst>
              <a:ext uri="{FF2B5EF4-FFF2-40B4-BE49-F238E27FC236}">
                <a16:creationId xmlns:a16="http://schemas.microsoft.com/office/drawing/2014/main" id="{E73B0792-C090-329E-BC0E-71F956AFAE58}"/>
              </a:ext>
            </a:extLst>
          </p:cNvPr>
          <p:cNvSpPr/>
          <p:nvPr/>
        </p:nvSpPr>
        <p:spPr>
          <a:xfrm>
            <a:off x="6492240" y="2573655"/>
            <a:ext cx="5239512" cy="523304"/>
          </a:xfrm>
          <a:prstGeom prst="rect">
            <a:avLst/>
          </a:prstGeom>
          <a:solidFill>
            <a:srgbClr val="F6F8FD"/>
          </a:solidFill>
          <a:ln>
            <a:solidFill>
              <a:srgbClr val="F6F8F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29" name="Rectangle 10028">
            <a:extLst>
              <a:ext uri="{FF2B5EF4-FFF2-40B4-BE49-F238E27FC236}">
                <a16:creationId xmlns:a16="http://schemas.microsoft.com/office/drawing/2014/main" id="{534309A1-B9B4-BF48-3916-5C51E06BFD69}"/>
              </a:ext>
            </a:extLst>
          </p:cNvPr>
          <p:cNvSpPr/>
          <p:nvPr/>
        </p:nvSpPr>
        <p:spPr>
          <a:xfrm>
            <a:off x="6492240"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94" name="Rectangle 10093">
            <a:extLst>
              <a:ext uri="{FF2B5EF4-FFF2-40B4-BE49-F238E27FC236}">
                <a16:creationId xmlns:a16="http://schemas.microsoft.com/office/drawing/2014/main" id="{581A4532-74E2-7B2D-71A4-EA0CC2FE0E31}"/>
              </a:ext>
            </a:extLst>
          </p:cNvPr>
          <p:cNvSpPr/>
          <p:nvPr/>
        </p:nvSpPr>
        <p:spPr>
          <a:xfrm>
            <a:off x="6492240"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60" name="Rectangle 10159">
            <a:extLst>
              <a:ext uri="{FF2B5EF4-FFF2-40B4-BE49-F238E27FC236}">
                <a16:creationId xmlns:a16="http://schemas.microsoft.com/office/drawing/2014/main" id="{0C2F2865-422E-1209-5A90-2A0F723C631D}"/>
              </a:ext>
            </a:extLst>
          </p:cNvPr>
          <p:cNvSpPr/>
          <p:nvPr/>
        </p:nvSpPr>
        <p:spPr>
          <a:xfrm>
            <a:off x="6866491"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27" name="Rectangle 10226">
            <a:extLst>
              <a:ext uri="{FF2B5EF4-FFF2-40B4-BE49-F238E27FC236}">
                <a16:creationId xmlns:a16="http://schemas.microsoft.com/office/drawing/2014/main" id="{E4A12D65-4898-7DC9-8371-EDD376D0B816}"/>
              </a:ext>
            </a:extLst>
          </p:cNvPr>
          <p:cNvSpPr/>
          <p:nvPr/>
        </p:nvSpPr>
        <p:spPr>
          <a:xfrm>
            <a:off x="6866491"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95" name="Rectangle 10294">
            <a:extLst>
              <a:ext uri="{FF2B5EF4-FFF2-40B4-BE49-F238E27FC236}">
                <a16:creationId xmlns:a16="http://schemas.microsoft.com/office/drawing/2014/main" id="{C14E8B66-A619-06AA-C61F-E3E19BD0FDC4}"/>
              </a:ext>
            </a:extLst>
          </p:cNvPr>
          <p:cNvSpPr/>
          <p:nvPr/>
        </p:nvSpPr>
        <p:spPr>
          <a:xfrm>
            <a:off x="7240742"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64" name="Rectangle 10363">
            <a:extLst>
              <a:ext uri="{FF2B5EF4-FFF2-40B4-BE49-F238E27FC236}">
                <a16:creationId xmlns:a16="http://schemas.microsoft.com/office/drawing/2014/main" id="{CCFCFB56-4416-7259-010F-19C80EB81B1E}"/>
              </a:ext>
            </a:extLst>
          </p:cNvPr>
          <p:cNvSpPr/>
          <p:nvPr/>
        </p:nvSpPr>
        <p:spPr>
          <a:xfrm>
            <a:off x="7240742"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34" name="Rectangle 10433">
            <a:extLst>
              <a:ext uri="{FF2B5EF4-FFF2-40B4-BE49-F238E27FC236}">
                <a16:creationId xmlns:a16="http://schemas.microsoft.com/office/drawing/2014/main" id="{F33771EA-1A10-E6CF-C72D-C02D8E7B3A9B}"/>
              </a:ext>
            </a:extLst>
          </p:cNvPr>
          <p:cNvSpPr/>
          <p:nvPr/>
        </p:nvSpPr>
        <p:spPr>
          <a:xfrm>
            <a:off x="7614993"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05" name="Rectangle 10504">
            <a:extLst>
              <a:ext uri="{FF2B5EF4-FFF2-40B4-BE49-F238E27FC236}">
                <a16:creationId xmlns:a16="http://schemas.microsoft.com/office/drawing/2014/main" id="{A8B228C1-CC48-B492-1E2A-1E560B4A4E6D}"/>
              </a:ext>
            </a:extLst>
          </p:cNvPr>
          <p:cNvSpPr/>
          <p:nvPr/>
        </p:nvSpPr>
        <p:spPr>
          <a:xfrm>
            <a:off x="7614993"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77" name="Rectangle 10576">
            <a:extLst>
              <a:ext uri="{FF2B5EF4-FFF2-40B4-BE49-F238E27FC236}">
                <a16:creationId xmlns:a16="http://schemas.microsoft.com/office/drawing/2014/main" id="{799238DF-EA55-B402-451A-8D3ECD71B51D}"/>
              </a:ext>
            </a:extLst>
          </p:cNvPr>
          <p:cNvSpPr/>
          <p:nvPr/>
        </p:nvSpPr>
        <p:spPr>
          <a:xfrm>
            <a:off x="7989243"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650" name="Rectangle 10649">
            <a:extLst>
              <a:ext uri="{FF2B5EF4-FFF2-40B4-BE49-F238E27FC236}">
                <a16:creationId xmlns:a16="http://schemas.microsoft.com/office/drawing/2014/main" id="{A275357E-56B2-A212-BBE7-B954C64AA91D}"/>
              </a:ext>
            </a:extLst>
          </p:cNvPr>
          <p:cNvSpPr/>
          <p:nvPr/>
        </p:nvSpPr>
        <p:spPr>
          <a:xfrm>
            <a:off x="7989243"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24" name="Rectangle 10723">
            <a:extLst>
              <a:ext uri="{FF2B5EF4-FFF2-40B4-BE49-F238E27FC236}">
                <a16:creationId xmlns:a16="http://schemas.microsoft.com/office/drawing/2014/main" id="{3B7D034D-E508-AF23-B9BB-AE1BA8366019}"/>
              </a:ext>
            </a:extLst>
          </p:cNvPr>
          <p:cNvSpPr/>
          <p:nvPr/>
        </p:nvSpPr>
        <p:spPr>
          <a:xfrm>
            <a:off x="8363494"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99" name="Rectangle 10798">
            <a:extLst>
              <a:ext uri="{FF2B5EF4-FFF2-40B4-BE49-F238E27FC236}">
                <a16:creationId xmlns:a16="http://schemas.microsoft.com/office/drawing/2014/main" id="{D99D82C1-7798-C3D1-1D26-6C5327FBB972}"/>
              </a:ext>
            </a:extLst>
          </p:cNvPr>
          <p:cNvSpPr/>
          <p:nvPr/>
        </p:nvSpPr>
        <p:spPr>
          <a:xfrm>
            <a:off x="8363494"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875" name="Rectangle 10874">
            <a:extLst>
              <a:ext uri="{FF2B5EF4-FFF2-40B4-BE49-F238E27FC236}">
                <a16:creationId xmlns:a16="http://schemas.microsoft.com/office/drawing/2014/main" id="{FFF6F213-E7EA-4BC8-5A58-A8F07DB925C6}"/>
              </a:ext>
            </a:extLst>
          </p:cNvPr>
          <p:cNvSpPr/>
          <p:nvPr/>
        </p:nvSpPr>
        <p:spPr>
          <a:xfrm>
            <a:off x="8737745"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952" name="Rectangle 10951">
            <a:extLst>
              <a:ext uri="{FF2B5EF4-FFF2-40B4-BE49-F238E27FC236}">
                <a16:creationId xmlns:a16="http://schemas.microsoft.com/office/drawing/2014/main" id="{DF4061EF-3097-4A25-6E51-26F2BB3633C7}"/>
              </a:ext>
            </a:extLst>
          </p:cNvPr>
          <p:cNvSpPr/>
          <p:nvPr/>
        </p:nvSpPr>
        <p:spPr>
          <a:xfrm>
            <a:off x="8737745"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30" name="Rectangle 11029">
            <a:extLst>
              <a:ext uri="{FF2B5EF4-FFF2-40B4-BE49-F238E27FC236}">
                <a16:creationId xmlns:a16="http://schemas.microsoft.com/office/drawing/2014/main" id="{16EF7941-BDCD-1E4C-0B7D-F4B7AC7FB40A}"/>
              </a:ext>
            </a:extLst>
          </p:cNvPr>
          <p:cNvSpPr/>
          <p:nvPr/>
        </p:nvSpPr>
        <p:spPr>
          <a:xfrm>
            <a:off x="9111996"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09" name="Rectangle 11108">
            <a:extLst>
              <a:ext uri="{FF2B5EF4-FFF2-40B4-BE49-F238E27FC236}">
                <a16:creationId xmlns:a16="http://schemas.microsoft.com/office/drawing/2014/main" id="{E0CAD6A2-224A-0E57-5E83-70C5E63B9F9A}"/>
              </a:ext>
            </a:extLst>
          </p:cNvPr>
          <p:cNvSpPr/>
          <p:nvPr/>
        </p:nvSpPr>
        <p:spPr>
          <a:xfrm>
            <a:off x="9111996"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189" name="Rectangle 11188">
            <a:extLst>
              <a:ext uri="{FF2B5EF4-FFF2-40B4-BE49-F238E27FC236}">
                <a16:creationId xmlns:a16="http://schemas.microsoft.com/office/drawing/2014/main" id="{024B8EEA-C572-9017-4491-7407BFE6FB03}"/>
              </a:ext>
            </a:extLst>
          </p:cNvPr>
          <p:cNvSpPr/>
          <p:nvPr/>
        </p:nvSpPr>
        <p:spPr>
          <a:xfrm>
            <a:off x="9486247"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270" name="Rectangle 11269">
            <a:extLst>
              <a:ext uri="{FF2B5EF4-FFF2-40B4-BE49-F238E27FC236}">
                <a16:creationId xmlns:a16="http://schemas.microsoft.com/office/drawing/2014/main" id="{28C87587-861C-495A-DC02-E2A0493AC191}"/>
              </a:ext>
            </a:extLst>
          </p:cNvPr>
          <p:cNvSpPr/>
          <p:nvPr/>
        </p:nvSpPr>
        <p:spPr>
          <a:xfrm>
            <a:off x="9486247"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52" name="Rectangle 11351">
            <a:extLst>
              <a:ext uri="{FF2B5EF4-FFF2-40B4-BE49-F238E27FC236}">
                <a16:creationId xmlns:a16="http://schemas.microsoft.com/office/drawing/2014/main" id="{7953061B-F2C2-6C5F-7106-A3FD15707C10}"/>
              </a:ext>
            </a:extLst>
          </p:cNvPr>
          <p:cNvSpPr/>
          <p:nvPr/>
        </p:nvSpPr>
        <p:spPr>
          <a:xfrm>
            <a:off x="9860498"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435" name="Rectangle 11434">
            <a:extLst>
              <a:ext uri="{FF2B5EF4-FFF2-40B4-BE49-F238E27FC236}">
                <a16:creationId xmlns:a16="http://schemas.microsoft.com/office/drawing/2014/main" id="{5003DF88-06FA-6E5D-25EF-50908733966A}"/>
              </a:ext>
            </a:extLst>
          </p:cNvPr>
          <p:cNvSpPr/>
          <p:nvPr/>
        </p:nvSpPr>
        <p:spPr>
          <a:xfrm>
            <a:off x="9860498"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519" name="Rectangle 11518">
            <a:extLst>
              <a:ext uri="{FF2B5EF4-FFF2-40B4-BE49-F238E27FC236}">
                <a16:creationId xmlns:a16="http://schemas.microsoft.com/office/drawing/2014/main" id="{AA890AC5-64DA-9264-5F8D-469218327727}"/>
              </a:ext>
            </a:extLst>
          </p:cNvPr>
          <p:cNvSpPr/>
          <p:nvPr/>
        </p:nvSpPr>
        <p:spPr>
          <a:xfrm>
            <a:off x="10234749"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04" name="Rectangle 11603">
            <a:extLst>
              <a:ext uri="{FF2B5EF4-FFF2-40B4-BE49-F238E27FC236}">
                <a16:creationId xmlns:a16="http://schemas.microsoft.com/office/drawing/2014/main" id="{AEFA9F97-A3D8-5606-FE82-872E2899AB86}"/>
              </a:ext>
            </a:extLst>
          </p:cNvPr>
          <p:cNvSpPr/>
          <p:nvPr/>
        </p:nvSpPr>
        <p:spPr>
          <a:xfrm>
            <a:off x="10234749"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90" name="Rectangle 11689">
            <a:extLst>
              <a:ext uri="{FF2B5EF4-FFF2-40B4-BE49-F238E27FC236}">
                <a16:creationId xmlns:a16="http://schemas.microsoft.com/office/drawing/2014/main" id="{BFF33F08-B25C-C473-E99D-BBC14FC7E2FA}"/>
              </a:ext>
            </a:extLst>
          </p:cNvPr>
          <p:cNvSpPr/>
          <p:nvPr/>
        </p:nvSpPr>
        <p:spPr>
          <a:xfrm>
            <a:off x="10608999"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777" name="Rectangle 11776">
            <a:extLst>
              <a:ext uri="{FF2B5EF4-FFF2-40B4-BE49-F238E27FC236}">
                <a16:creationId xmlns:a16="http://schemas.microsoft.com/office/drawing/2014/main" id="{CC814728-6B86-A9B8-BEEF-6F91B34D43C5}"/>
              </a:ext>
            </a:extLst>
          </p:cNvPr>
          <p:cNvSpPr/>
          <p:nvPr/>
        </p:nvSpPr>
        <p:spPr>
          <a:xfrm>
            <a:off x="10608999"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865" name="Rectangle 11864">
            <a:extLst>
              <a:ext uri="{FF2B5EF4-FFF2-40B4-BE49-F238E27FC236}">
                <a16:creationId xmlns:a16="http://schemas.microsoft.com/office/drawing/2014/main" id="{93A34405-688A-7A63-52E1-834BCBDAB3AE}"/>
              </a:ext>
            </a:extLst>
          </p:cNvPr>
          <p:cNvSpPr/>
          <p:nvPr/>
        </p:nvSpPr>
        <p:spPr>
          <a:xfrm>
            <a:off x="10983250"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54" name="Rectangle 11953">
            <a:extLst>
              <a:ext uri="{FF2B5EF4-FFF2-40B4-BE49-F238E27FC236}">
                <a16:creationId xmlns:a16="http://schemas.microsoft.com/office/drawing/2014/main" id="{76945BB3-E7E3-CFE5-8B0A-C489CF9A4E67}"/>
              </a:ext>
            </a:extLst>
          </p:cNvPr>
          <p:cNvSpPr/>
          <p:nvPr/>
        </p:nvSpPr>
        <p:spPr>
          <a:xfrm>
            <a:off x="10983250"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044" name="Rectangle 12043">
            <a:extLst>
              <a:ext uri="{FF2B5EF4-FFF2-40B4-BE49-F238E27FC236}">
                <a16:creationId xmlns:a16="http://schemas.microsoft.com/office/drawing/2014/main" id="{544642BD-9415-A3CC-0194-F119C5B76A99}"/>
              </a:ext>
            </a:extLst>
          </p:cNvPr>
          <p:cNvSpPr/>
          <p:nvPr/>
        </p:nvSpPr>
        <p:spPr>
          <a:xfrm>
            <a:off x="11357501" y="2573655"/>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135" name="Rectangle 12134">
            <a:extLst>
              <a:ext uri="{FF2B5EF4-FFF2-40B4-BE49-F238E27FC236}">
                <a16:creationId xmlns:a16="http://schemas.microsoft.com/office/drawing/2014/main" id="{F17F0EB8-BCEF-F5FD-12DE-8042CF6776DE}"/>
              </a:ext>
            </a:extLst>
          </p:cNvPr>
          <p:cNvSpPr/>
          <p:nvPr/>
        </p:nvSpPr>
        <p:spPr>
          <a:xfrm>
            <a:off x="11357501" y="308108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227" name="Rectangle 12226">
            <a:extLst>
              <a:ext uri="{FF2B5EF4-FFF2-40B4-BE49-F238E27FC236}">
                <a16:creationId xmlns:a16="http://schemas.microsoft.com/office/drawing/2014/main" id="{CCBA3B47-4F24-AB49-231F-7D3F14EF7557}"/>
              </a:ext>
            </a:extLst>
          </p:cNvPr>
          <p:cNvSpPr/>
          <p:nvPr/>
        </p:nvSpPr>
        <p:spPr>
          <a:xfrm>
            <a:off x="6492240" y="2573655"/>
            <a:ext cx="15875" cy="107983"/>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320" name="Rectangle 12319">
            <a:extLst>
              <a:ext uri="{FF2B5EF4-FFF2-40B4-BE49-F238E27FC236}">
                <a16:creationId xmlns:a16="http://schemas.microsoft.com/office/drawing/2014/main" id="{F2EAEF78-481E-4998-4307-71BDA03CB1D3}"/>
              </a:ext>
            </a:extLst>
          </p:cNvPr>
          <p:cNvSpPr/>
          <p:nvPr/>
        </p:nvSpPr>
        <p:spPr>
          <a:xfrm>
            <a:off x="11715877" y="2573655"/>
            <a:ext cx="15875" cy="107983"/>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414" name="Rectangle 12413">
            <a:extLst>
              <a:ext uri="{FF2B5EF4-FFF2-40B4-BE49-F238E27FC236}">
                <a16:creationId xmlns:a16="http://schemas.microsoft.com/office/drawing/2014/main" id="{F8B323CF-F795-079A-83C6-5C62C9E0B0A8}"/>
              </a:ext>
            </a:extLst>
          </p:cNvPr>
          <p:cNvSpPr/>
          <p:nvPr/>
        </p:nvSpPr>
        <p:spPr>
          <a:xfrm>
            <a:off x="6492240" y="2748089"/>
            <a:ext cx="15875" cy="107983"/>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09" name="Rectangle 12508">
            <a:extLst>
              <a:ext uri="{FF2B5EF4-FFF2-40B4-BE49-F238E27FC236}">
                <a16:creationId xmlns:a16="http://schemas.microsoft.com/office/drawing/2014/main" id="{77610CC3-7DF2-076C-77D9-799EBBE3F10C}"/>
              </a:ext>
            </a:extLst>
          </p:cNvPr>
          <p:cNvSpPr/>
          <p:nvPr/>
        </p:nvSpPr>
        <p:spPr>
          <a:xfrm>
            <a:off x="11715877" y="2748089"/>
            <a:ext cx="15875" cy="107983"/>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605" name="Rectangle 12604">
            <a:extLst>
              <a:ext uri="{FF2B5EF4-FFF2-40B4-BE49-F238E27FC236}">
                <a16:creationId xmlns:a16="http://schemas.microsoft.com/office/drawing/2014/main" id="{61546AEE-9EB4-769D-F922-06EEEA9D8266}"/>
              </a:ext>
            </a:extLst>
          </p:cNvPr>
          <p:cNvSpPr/>
          <p:nvPr/>
        </p:nvSpPr>
        <p:spPr>
          <a:xfrm>
            <a:off x="6492240" y="2922524"/>
            <a:ext cx="15875" cy="107983"/>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702" name="Rectangle 12701">
            <a:extLst>
              <a:ext uri="{FF2B5EF4-FFF2-40B4-BE49-F238E27FC236}">
                <a16:creationId xmlns:a16="http://schemas.microsoft.com/office/drawing/2014/main" id="{AC95A6AF-97CB-D555-E8A5-BF929A6FACAF}"/>
              </a:ext>
            </a:extLst>
          </p:cNvPr>
          <p:cNvSpPr/>
          <p:nvPr/>
        </p:nvSpPr>
        <p:spPr>
          <a:xfrm>
            <a:off x="11715877" y="2922524"/>
            <a:ext cx="15875" cy="107983"/>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00" name="Rectangle 12799">
            <a:extLst>
              <a:ext uri="{FF2B5EF4-FFF2-40B4-BE49-F238E27FC236}">
                <a16:creationId xmlns:a16="http://schemas.microsoft.com/office/drawing/2014/main" id="{BF4B1706-BA68-5A4D-2CE4-FC258614A814}"/>
              </a:ext>
            </a:extLst>
          </p:cNvPr>
          <p:cNvSpPr/>
          <p:nvPr/>
        </p:nvSpPr>
        <p:spPr>
          <a:xfrm>
            <a:off x="6693408" y="2674239"/>
            <a:ext cx="1783080" cy="322136"/>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Machine scope</a:t>
            </a:r>
            <a:endParaRPr lang="en-US"/>
          </a:p>
        </p:txBody>
      </p:sp>
      <p:sp>
        <p:nvSpPr>
          <p:cNvPr id="12899" name="Rectangle 12898">
            <a:extLst>
              <a:ext uri="{FF2B5EF4-FFF2-40B4-BE49-F238E27FC236}">
                <a16:creationId xmlns:a16="http://schemas.microsoft.com/office/drawing/2014/main" id="{81CFFB2D-B403-1F22-E174-80DDE1AD09FF}"/>
              </a:ext>
            </a:extLst>
          </p:cNvPr>
          <p:cNvSpPr/>
          <p:nvPr/>
        </p:nvSpPr>
        <p:spPr>
          <a:xfrm>
            <a:off x="8567928" y="2618136"/>
            <a:ext cx="3182112" cy="43434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Cached states reside on individual serving machines and are not shared across the pool.</a:t>
            </a:r>
            <a:endParaRPr lang="en-US"/>
          </a:p>
        </p:txBody>
      </p:sp>
      <p:sp>
        <p:nvSpPr>
          <p:cNvPr id="12999" name="Rectangle 12998">
            <a:extLst>
              <a:ext uri="{FF2B5EF4-FFF2-40B4-BE49-F238E27FC236}">
                <a16:creationId xmlns:a16="http://schemas.microsoft.com/office/drawing/2014/main" id="{2890B715-0821-28DE-392C-7374F66BC943}"/>
              </a:ext>
            </a:extLst>
          </p:cNvPr>
          <p:cNvSpPr/>
          <p:nvPr/>
        </p:nvSpPr>
        <p:spPr>
          <a:xfrm>
            <a:off x="6492240" y="3188398"/>
            <a:ext cx="5239512" cy="689991"/>
          </a:xfrm>
          <a:prstGeom prst="rect">
            <a:avLst/>
          </a:prstGeom>
          <a:solidFill>
            <a:srgbClr val="F6F8FD"/>
          </a:solidFill>
          <a:ln>
            <a:solidFill>
              <a:srgbClr val="F6F8F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100" name="Rectangle 13099">
            <a:extLst>
              <a:ext uri="{FF2B5EF4-FFF2-40B4-BE49-F238E27FC236}">
                <a16:creationId xmlns:a16="http://schemas.microsoft.com/office/drawing/2014/main" id="{3DD91674-C3DF-29DC-CD59-5FB2BB3A1622}"/>
              </a:ext>
            </a:extLst>
          </p:cNvPr>
          <p:cNvSpPr/>
          <p:nvPr/>
        </p:nvSpPr>
        <p:spPr>
          <a:xfrm>
            <a:off x="6492240"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202" name="Rectangle 13201">
            <a:extLst>
              <a:ext uri="{FF2B5EF4-FFF2-40B4-BE49-F238E27FC236}">
                <a16:creationId xmlns:a16="http://schemas.microsoft.com/office/drawing/2014/main" id="{0F7A45BB-9281-01EF-1071-6B7FDE5ECE8B}"/>
              </a:ext>
            </a:extLst>
          </p:cNvPr>
          <p:cNvSpPr/>
          <p:nvPr/>
        </p:nvSpPr>
        <p:spPr>
          <a:xfrm>
            <a:off x="6492240"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305" name="Rectangle 13304">
            <a:extLst>
              <a:ext uri="{FF2B5EF4-FFF2-40B4-BE49-F238E27FC236}">
                <a16:creationId xmlns:a16="http://schemas.microsoft.com/office/drawing/2014/main" id="{C9192C3B-C4E7-7329-DA8C-BA200576583D}"/>
              </a:ext>
            </a:extLst>
          </p:cNvPr>
          <p:cNvSpPr/>
          <p:nvPr/>
        </p:nvSpPr>
        <p:spPr>
          <a:xfrm>
            <a:off x="6866491"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409" name="Rectangle 13408">
            <a:extLst>
              <a:ext uri="{FF2B5EF4-FFF2-40B4-BE49-F238E27FC236}">
                <a16:creationId xmlns:a16="http://schemas.microsoft.com/office/drawing/2014/main" id="{D76A5EE5-E1C4-F2D1-A69D-530D7A78AF4C}"/>
              </a:ext>
            </a:extLst>
          </p:cNvPr>
          <p:cNvSpPr/>
          <p:nvPr/>
        </p:nvSpPr>
        <p:spPr>
          <a:xfrm>
            <a:off x="6866491"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514" name="Rectangle 13513">
            <a:extLst>
              <a:ext uri="{FF2B5EF4-FFF2-40B4-BE49-F238E27FC236}">
                <a16:creationId xmlns:a16="http://schemas.microsoft.com/office/drawing/2014/main" id="{1D433D52-FA22-E9C8-BB23-0AF8CCB97C42}"/>
              </a:ext>
            </a:extLst>
          </p:cNvPr>
          <p:cNvSpPr/>
          <p:nvPr/>
        </p:nvSpPr>
        <p:spPr>
          <a:xfrm>
            <a:off x="7240742"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620" name="Rectangle 13619">
            <a:extLst>
              <a:ext uri="{FF2B5EF4-FFF2-40B4-BE49-F238E27FC236}">
                <a16:creationId xmlns:a16="http://schemas.microsoft.com/office/drawing/2014/main" id="{B4FDF727-32ED-575F-1586-751047BF5686}"/>
              </a:ext>
            </a:extLst>
          </p:cNvPr>
          <p:cNvSpPr/>
          <p:nvPr/>
        </p:nvSpPr>
        <p:spPr>
          <a:xfrm>
            <a:off x="7240742"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727" name="Rectangle 13726">
            <a:extLst>
              <a:ext uri="{FF2B5EF4-FFF2-40B4-BE49-F238E27FC236}">
                <a16:creationId xmlns:a16="http://schemas.microsoft.com/office/drawing/2014/main" id="{B7A8A82D-8D33-A409-77B0-45E9502334C9}"/>
              </a:ext>
            </a:extLst>
          </p:cNvPr>
          <p:cNvSpPr/>
          <p:nvPr/>
        </p:nvSpPr>
        <p:spPr>
          <a:xfrm>
            <a:off x="7614993"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835" name="Rectangle 13834">
            <a:extLst>
              <a:ext uri="{FF2B5EF4-FFF2-40B4-BE49-F238E27FC236}">
                <a16:creationId xmlns:a16="http://schemas.microsoft.com/office/drawing/2014/main" id="{495DBC47-E5CE-F60E-6BFA-59F9EE033846}"/>
              </a:ext>
            </a:extLst>
          </p:cNvPr>
          <p:cNvSpPr/>
          <p:nvPr/>
        </p:nvSpPr>
        <p:spPr>
          <a:xfrm>
            <a:off x="7614993"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944" name="Rectangle 13943">
            <a:extLst>
              <a:ext uri="{FF2B5EF4-FFF2-40B4-BE49-F238E27FC236}">
                <a16:creationId xmlns:a16="http://schemas.microsoft.com/office/drawing/2014/main" id="{282D979C-D41C-B469-2F72-14A5AEB1DE35}"/>
              </a:ext>
            </a:extLst>
          </p:cNvPr>
          <p:cNvSpPr/>
          <p:nvPr/>
        </p:nvSpPr>
        <p:spPr>
          <a:xfrm>
            <a:off x="7989243"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054" name="Rectangle 14053">
            <a:extLst>
              <a:ext uri="{FF2B5EF4-FFF2-40B4-BE49-F238E27FC236}">
                <a16:creationId xmlns:a16="http://schemas.microsoft.com/office/drawing/2014/main" id="{87717FB8-1D05-54C7-CC39-113E6FE47B86}"/>
              </a:ext>
            </a:extLst>
          </p:cNvPr>
          <p:cNvSpPr/>
          <p:nvPr/>
        </p:nvSpPr>
        <p:spPr>
          <a:xfrm>
            <a:off x="7989243"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165" name="Rectangle 14164">
            <a:extLst>
              <a:ext uri="{FF2B5EF4-FFF2-40B4-BE49-F238E27FC236}">
                <a16:creationId xmlns:a16="http://schemas.microsoft.com/office/drawing/2014/main" id="{C17271D8-6A63-4DCF-597A-20D5D1863B39}"/>
              </a:ext>
            </a:extLst>
          </p:cNvPr>
          <p:cNvSpPr/>
          <p:nvPr/>
        </p:nvSpPr>
        <p:spPr>
          <a:xfrm>
            <a:off x="8363494"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277" name="Rectangle 14276">
            <a:extLst>
              <a:ext uri="{FF2B5EF4-FFF2-40B4-BE49-F238E27FC236}">
                <a16:creationId xmlns:a16="http://schemas.microsoft.com/office/drawing/2014/main" id="{6DD09F9D-A141-3FC5-9C27-52C9661B34C4}"/>
              </a:ext>
            </a:extLst>
          </p:cNvPr>
          <p:cNvSpPr/>
          <p:nvPr/>
        </p:nvSpPr>
        <p:spPr>
          <a:xfrm>
            <a:off x="8363494"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390" name="Rectangle 14389">
            <a:extLst>
              <a:ext uri="{FF2B5EF4-FFF2-40B4-BE49-F238E27FC236}">
                <a16:creationId xmlns:a16="http://schemas.microsoft.com/office/drawing/2014/main" id="{F3317FB1-6EE4-5C76-BE9A-431C686B57C0}"/>
              </a:ext>
            </a:extLst>
          </p:cNvPr>
          <p:cNvSpPr/>
          <p:nvPr/>
        </p:nvSpPr>
        <p:spPr>
          <a:xfrm>
            <a:off x="8737745"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504" name="Rectangle 14503">
            <a:extLst>
              <a:ext uri="{FF2B5EF4-FFF2-40B4-BE49-F238E27FC236}">
                <a16:creationId xmlns:a16="http://schemas.microsoft.com/office/drawing/2014/main" id="{05CD045E-3ACC-59C0-7686-6E29FF0E2992}"/>
              </a:ext>
            </a:extLst>
          </p:cNvPr>
          <p:cNvSpPr/>
          <p:nvPr/>
        </p:nvSpPr>
        <p:spPr>
          <a:xfrm>
            <a:off x="8737745"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619" name="Rectangle 14618">
            <a:extLst>
              <a:ext uri="{FF2B5EF4-FFF2-40B4-BE49-F238E27FC236}">
                <a16:creationId xmlns:a16="http://schemas.microsoft.com/office/drawing/2014/main" id="{6EF93159-98D0-622D-5D75-4A42C3BE4DEE}"/>
              </a:ext>
            </a:extLst>
          </p:cNvPr>
          <p:cNvSpPr/>
          <p:nvPr/>
        </p:nvSpPr>
        <p:spPr>
          <a:xfrm>
            <a:off x="9111996"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735" name="Rectangle 14734">
            <a:extLst>
              <a:ext uri="{FF2B5EF4-FFF2-40B4-BE49-F238E27FC236}">
                <a16:creationId xmlns:a16="http://schemas.microsoft.com/office/drawing/2014/main" id="{E6ED6897-5CEE-1AB4-5874-ABD0E94642C0}"/>
              </a:ext>
            </a:extLst>
          </p:cNvPr>
          <p:cNvSpPr/>
          <p:nvPr/>
        </p:nvSpPr>
        <p:spPr>
          <a:xfrm>
            <a:off x="9111996"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852" name="Rectangle 14851">
            <a:extLst>
              <a:ext uri="{FF2B5EF4-FFF2-40B4-BE49-F238E27FC236}">
                <a16:creationId xmlns:a16="http://schemas.microsoft.com/office/drawing/2014/main" id="{47151A55-B56F-6863-A0CD-EAB44AA4E46D}"/>
              </a:ext>
            </a:extLst>
          </p:cNvPr>
          <p:cNvSpPr/>
          <p:nvPr/>
        </p:nvSpPr>
        <p:spPr>
          <a:xfrm>
            <a:off x="9486247"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970" name="Rectangle 14969">
            <a:extLst>
              <a:ext uri="{FF2B5EF4-FFF2-40B4-BE49-F238E27FC236}">
                <a16:creationId xmlns:a16="http://schemas.microsoft.com/office/drawing/2014/main" id="{DA19E6D5-FB7B-7FC0-C65D-FC0FB26F618A}"/>
              </a:ext>
            </a:extLst>
          </p:cNvPr>
          <p:cNvSpPr/>
          <p:nvPr/>
        </p:nvSpPr>
        <p:spPr>
          <a:xfrm>
            <a:off x="9486247"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089" name="Rectangle 15088">
            <a:extLst>
              <a:ext uri="{FF2B5EF4-FFF2-40B4-BE49-F238E27FC236}">
                <a16:creationId xmlns:a16="http://schemas.microsoft.com/office/drawing/2014/main" id="{D0CE2893-5D3A-406D-93B6-5EAE40B84F1A}"/>
              </a:ext>
            </a:extLst>
          </p:cNvPr>
          <p:cNvSpPr/>
          <p:nvPr/>
        </p:nvSpPr>
        <p:spPr>
          <a:xfrm>
            <a:off x="9860498"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209" name="Rectangle 15208">
            <a:extLst>
              <a:ext uri="{FF2B5EF4-FFF2-40B4-BE49-F238E27FC236}">
                <a16:creationId xmlns:a16="http://schemas.microsoft.com/office/drawing/2014/main" id="{67771731-843E-40A4-4470-DBDD10C8C7B5}"/>
              </a:ext>
            </a:extLst>
          </p:cNvPr>
          <p:cNvSpPr/>
          <p:nvPr/>
        </p:nvSpPr>
        <p:spPr>
          <a:xfrm>
            <a:off x="9860498"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330" name="Rectangle 15329">
            <a:extLst>
              <a:ext uri="{FF2B5EF4-FFF2-40B4-BE49-F238E27FC236}">
                <a16:creationId xmlns:a16="http://schemas.microsoft.com/office/drawing/2014/main" id="{AF4CE57E-3021-05FB-CDF0-70ED8A69D36C}"/>
              </a:ext>
            </a:extLst>
          </p:cNvPr>
          <p:cNvSpPr/>
          <p:nvPr/>
        </p:nvSpPr>
        <p:spPr>
          <a:xfrm>
            <a:off x="10234749"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452" name="Rectangle 15451">
            <a:extLst>
              <a:ext uri="{FF2B5EF4-FFF2-40B4-BE49-F238E27FC236}">
                <a16:creationId xmlns:a16="http://schemas.microsoft.com/office/drawing/2014/main" id="{2E062471-0CD0-7817-7EEB-C3F5D18CD97E}"/>
              </a:ext>
            </a:extLst>
          </p:cNvPr>
          <p:cNvSpPr/>
          <p:nvPr/>
        </p:nvSpPr>
        <p:spPr>
          <a:xfrm>
            <a:off x="10234749"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575" name="Rectangle 15574">
            <a:extLst>
              <a:ext uri="{FF2B5EF4-FFF2-40B4-BE49-F238E27FC236}">
                <a16:creationId xmlns:a16="http://schemas.microsoft.com/office/drawing/2014/main" id="{20E5E722-B964-B623-D836-2BBE57E61C02}"/>
              </a:ext>
            </a:extLst>
          </p:cNvPr>
          <p:cNvSpPr/>
          <p:nvPr/>
        </p:nvSpPr>
        <p:spPr>
          <a:xfrm>
            <a:off x="10608999"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699" name="Rectangle 15698">
            <a:extLst>
              <a:ext uri="{FF2B5EF4-FFF2-40B4-BE49-F238E27FC236}">
                <a16:creationId xmlns:a16="http://schemas.microsoft.com/office/drawing/2014/main" id="{6101E74D-7B6D-0818-C93C-2F2CF46AE595}"/>
              </a:ext>
            </a:extLst>
          </p:cNvPr>
          <p:cNvSpPr/>
          <p:nvPr/>
        </p:nvSpPr>
        <p:spPr>
          <a:xfrm>
            <a:off x="10608999"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824" name="Rectangle 15823">
            <a:extLst>
              <a:ext uri="{FF2B5EF4-FFF2-40B4-BE49-F238E27FC236}">
                <a16:creationId xmlns:a16="http://schemas.microsoft.com/office/drawing/2014/main" id="{746B0843-BAB1-D1D2-0153-E3BCA45746BD}"/>
              </a:ext>
            </a:extLst>
          </p:cNvPr>
          <p:cNvSpPr/>
          <p:nvPr/>
        </p:nvSpPr>
        <p:spPr>
          <a:xfrm>
            <a:off x="10983250"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950" name="Rectangle 15949">
            <a:extLst>
              <a:ext uri="{FF2B5EF4-FFF2-40B4-BE49-F238E27FC236}">
                <a16:creationId xmlns:a16="http://schemas.microsoft.com/office/drawing/2014/main" id="{3E983370-F9D9-3601-6862-A9E9C0D9C1CE}"/>
              </a:ext>
            </a:extLst>
          </p:cNvPr>
          <p:cNvSpPr/>
          <p:nvPr/>
        </p:nvSpPr>
        <p:spPr>
          <a:xfrm>
            <a:off x="10983250"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077" name="Rectangle 16076">
            <a:extLst>
              <a:ext uri="{FF2B5EF4-FFF2-40B4-BE49-F238E27FC236}">
                <a16:creationId xmlns:a16="http://schemas.microsoft.com/office/drawing/2014/main" id="{BBA4B593-941A-D3B7-EF63-6077FFAD1253}"/>
              </a:ext>
            </a:extLst>
          </p:cNvPr>
          <p:cNvSpPr/>
          <p:nvPr/>
        </p:nvSpPr>
        <p:spPr>
          <a:xfrm>
            <a:off x="11357501" y="3188398"/>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205" name="Rectangle 16204">
            <a:extLst>
              <a:ext uri="{FF2B5EF4-FFF2-40B4-BE49-F238E27FC236}">
                <a16:creationId xmlns:a16="http://schemas.microsoft.com/office/drawing/2014/main" id="{D04845C6-3070-812C-F76F-08F0FF2BA021}"/>
              </a:ext>
            </a:extLst>
          </p:cNvPr>
          <p:cNvSpPr/>
          <p:nvPr/>
        </p:nvSpPr>
        <p:spPr>
          <a:xfrm>
            <a:off x="11357501" y="3862514"/>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334" name="Rectangle 16333">
            <a:extLst>
              <a:ext uri="{FF2B5EF4-FFF2-40B4-BE49-F238E27FC236}">
                <a16:creationId xmlns:a16="http://schemas.microsoft.com/office/drawing/2014/main" id="{DAA535A9-5B04-69E0-19D7-AA3E70FB3BF9}"/>
              </a:ext>
            </a:extLst>
          </p:cNvPr>
          <p:cNvSpPr/>
          <p:nvPr/>
        </p:nvSpPr>
        <p:spPr>
          <a:xfrm>
            <a:off x="6492240" y="3188398"/>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464" name="Rectangle 16463">
            <a:extLst>
              <a:ext uri="{FF2B5EF4-FFF2-40B4-BE49-F238E27FC236}">
                <a16:creationId xmlns:a16="http://schemas.microsoft.com/office/drawing/2014/main" id="{91DD6399-AA36-CE2A-CF19-30DF3238ACE6}"/>
              </a:ext>
            </a:extLst>
          </p:cNvPr>
          <p:cNvSpPr/>
          <p:nvPr/>
        </p:nvSpPr>
        <p:spPr>
          <a:xfrm>
            <a:off x="11715877" y="3188398"/>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595" name="Rectangle 16594">
            <a:extLst>
              <a:ext uri="{FF2B5EF4-FFF2-40B4-BE49-F238E27FC236}">
                <a16:creationId xmlns:a16="http://schemas.microsoft.com/office/drawing/2014/main" id="{8A6A2204-820D-ED7C-D1E3-204B93E972D7}"/>
              </a:ext>
            </a:extLst>
          </p:cNvPr>
          <p:cNvSpPr/>
          <p:nvPr/>
        </p:nvSpPr>
        <p:spPr>
          <a:xfrm>
            <a:off x="6492240" y="3418395"/>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727" name="Rectangle 16726">
            <a:extLst>
              <a:ext uri="{FF2B5EF4-FFF2-40B4-BE49-F238E27FC236}">
                <a16:creationId xmlns:a16="http://schemas.microsoft.com/office/drawing/2014/main" id="{F203B653-85C6-1491-23A6-57FD411363A3}"/>
              </a:ext>
            </a:extLst>
          </p:cNvPr>
          <p:cNvSpPr/>
          <p:nvPr/>
        </p:nvSpPr>
        <p:spPr>
          <a:xfrm>
            <a:off x="11715877" y="3418395"/>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860" name="Rectangle 16859">
            <a:extLst>
              <a:ext uri="{FF2B5EF4-FFF2-40B4-BE49-F238E27FC236}">
                <a16:creationId xmlns:a16="http://schemas.microsoft.com/office/drawing/2014/main" id="{382E7054-F4CF-FFCD-4D66-8696F49A4518}"/>
              </a:ext>
            </a:extLst>
          </p:cNvPr>
          <p:cNvSpPr/>
          <p:nvPr/>
        </p:nvSpPr>
        <p:spPr>
          <a:xfrm>
            <a:off x="6492240" y="3648392"/>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994" name="Rectangle 16993">
            <a:extLst>
              <a:ext uri="{FF2B5EF4-FFF2-40B4-BE49-F238E27FC236}">
                <a16:creationId xmlns:a16="http://schemas.microsoft.com/office/drawing/2014/main" id="{015E60FF-02DF-D360-ABC9-6643BF34CCC7}"/>
              </a:ext>
            </a:extLst>
          </p:cNvPr>
          <p:cNvSpPr/>
          <p:nvPr/>
        </p:nvSpPr>
        <p:spPr>
          <a:xfrm>
            <a:off x="11715877" y="3648392"/>
            <a:ext cx="15875" cy="142379"/>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129" name="Rectangle 17128">
            <a:extLst>
              <a:ext uri="{FF2B5EF4-FFF2-40B4-BE49-F238E27FC236}">
                <a16:creationId xmlns:a16="http://schemas.microsoft.com/office/drawing/2014/main" id="{6E49EA24-203B-7497-04AF-D0A842D28707}"/>
              </a:ext>
            </a:extLst>
          </p:cNvPr>
          <p:cNvSpPr/>
          <p:nvPr/>
        </p:nvSpPr>
        <p:spPr>
          <a:xfrm>
            <a:off x="6693408" y="3288982"/>
            <a:ext cx="1783080" cy="4888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In-memory retention</a:t>
            </a:r>
            <a:endParaRPr lang="en-US"/>
          </a:p>
        </p:txBody>
      </p:sp>
      <p:sp>
        <p:nvSpPr>
          <p:cNvPr id="17265" name="Rectangle 17264">
            <a:extLst>
              <a:ext uri="{FF2B5EF4-FFF2-40B4-BE49-F238E27FC236}">
                <a16:creationId xmlns:a16="http://schemas.microsoft.com/office/drawing/2014/main" id="{DE4B8F80-7B35-196A-5FEC-BAF5DEC90DDF}"/>
              </a:ext>
            </a:extLst>
          </p:cNvPr>
          <p:cNvSpPr/>
          <p:nvPr/>
        </p:nvSpPr>
        <p:spPr>
          <a:xfrm>
            <a:off x="8567928" y="3304858"/>
            <a:ext cx="3182112"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Compatible with all data residency regions.</a:t>
            </a:r>
            <a:endParaRPr lang="en-US"/>
          </a:p>
        </p:txBody>
      </p:sp>
      <p:sp>
        <p:nvSpPr>
          <p:cNvPr id="17402" name="Rectangle 17401">
            <a:extLst>
              <a:ext uri="{FF2B5EF4-FFF2-40B4-BE49-F238E27FC236}">
                <a16:creationId xmlns:a16="http://schemas.microsoft.com/office/drawing/2014/main" id="{73898B0B-BFCB-1E06-2016-ED2F37B3F9F1}"/>
              </a:ext>
            </a:extLst>
          </p:cNvPr>
          <p:cNvSpPr/>
          <p:nvPr/>
        </p:nvSpPr>
        <p:spPr>
          <a:xfrm>
            <a:off x="6492240" y="3969830"/>
            <a:ext cx="5239512" cy="1110678"/>
          </a:xfrm>
          <a:prstGeom prst="rect">
            <a:avLst/>
          </a:prstGeom>
          <a:solidFill>
            <a:srgbClr val="F6F8FD"/>
          </a:solidFill>
          <a:ln>
            <a:solidFill>
              <a:srgbClr val="F6F8F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540" name="Rectangle 17539">
            <a:extLst>
              <a:ext uri="{FF2B5EF4-FFF2-40B4-BE49-F238E27FC236}">
                <a16:creationId xmlns:a16="http://schemas.microsoft.com/office/drawing/2014/main" id="{C6F4FA0F-08BE-3426-CD7B-D1D4F2B44698}"/>
              </a:ext>
            </a:extLst>
          </p:cNvPr>
          <p:cNvSpPr/>
          <p:nvPr/>
        </p:nvSpPr>
        <p:spPr>
          <a:xfrm>
            <a:off x="6492240"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679" name="Rectangle 17678">
            <a:extLst>
              <a:ext uri="{FF2B5EF4-FFF2-40B4-BE49-F238E27FC236}">
                <a16:creationId xmlns:a16="http://schemas.microsoft.com/office/drawing/2014/main" id="{1CFFF19A-EE91-5BC4-762E-9A8B2F657AA1}"/>
              </a:ext>
            </a:extLst>
          </p:cNvPr>
          <p:cNvSpPr/>
          <p:nvPr/>
        </p:nvSpPr>
        <p:spPr>
          <a:xfrm>
            <a:off x="6492240"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819" name="Rectangle 17818">
            <a:extLst>
              <a:ext uri="{FF2B5EF4-FFF2-40B4-BE49-F238E27FC236}">
                <a16:creationId xmlns:a16="http://schemas.microsoft.com/office/drawing/2014/main" id="{4516C16B-B301-FCC7-BFAA-F00A1E380D61}"/>
              </a:ext>
            </a:extLst>
          </p:cNvPr>
          <p:cNvSpPr/>
          <p:nvPr/>
        </p:nvSpPr>
        <p:spPr>
          <a:xfrm>
            <a:off x="6866491"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960" name="Rectangle 17959">
            <a:extLst>
              <a:ext uri="{FF2B5EF4-FFF2-40B4-BE49-F238E27FC236}">
                <a16:creationId xmlns:a16="http://schemas.microsoft.com/office/drawing/2014/main" id="{2512AA8D-60BA-FD9F-E4DB-AD91D90A0FDC}"/>
              </a:ext>
            </a:extLst>
          </p:cNvPr>
          <p:cNvSpPr/>
          <p:nvPr/>
        </p:nvSpPr>
        <p:spPr>
          <a:xfrm>
            <a:off x="6866491"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102" name="Rectangle 18101">
            <a:extLst>
              <a:ext uri="{FF2B5EF4-FFF2-40B4-BE49-F238E27FC236}">
                <a16:creationId xmlns:a16="http://schemas.microsoft.com/office/drawing/2014/main" id="{1E32C26E-975B-3F55-5AB3-CEA4A2CF5F12}"/>
              </a:ext>
            </a:extLst>
          </p:cNvPr>
          <p:cNvSpPr/>
          <p:nvPr/>
        </p:nvSpPr>
        <p:spPr>
          <a:xfrm>
            <a:off x="7240742"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245" name="Rectangle 18244">
            <a:extLst>
              <a:ext uri="{FF2B5EF4-FFF2-40B4-BE49-F238E27FC236}">
                <a16:creationId xmlns:a16="http://schemas.microsoft.com/office/drawing/2014/main" id="{1F23EBFF-2AFA-B86D-E777-E0F162BE5A9D}"/>
              </a:ext>
            </a:extLst>
          </p:cNvPr>
          <p:cNvSpPr/>
          <p:nvPr/>
        </p:nvSpPr>
        <p:spPr>
          <a:xfrm>
            <a:off x="7240742"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389" name="Rectangle 18388">
            <a:extLst>
              <a:ext uri="{FF2B5EF4-FFF2-40B4-BE49-F238E27FC236}">
                <a16:creationId xmlns:a16="http://schemas.microsoft.com/office/drawing/2014/main" id="{EAC7F51A-C719-28E9-6C8C-64FB70985086}"/>
              </a:ext>
            </a:extLst>
          </p:cNvPr>
          <p:cNvSpPr/>
          <p:nvPr/>
        </p:nvSpPr>
        <p:spPr>
          <a:xfrm>
            <a:off x="7614993"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534" name="Rectangle 18533">
            <a:extLst>
              <a:ext uri="{FF2B5EF4-FFF2-40B4-BE49-F238E27FC236}">
                <a16:creationId xmlns:a16="http://schemas.microsoft.com/office/drawing/2014/main" id="{12B33BA4-E21A-7B74-3BCE-3814E7349704}"/>
              </a:ext>
            </a:extLst>
          </p:cNvPr>
          <p:cNvSpPr/>
          <p:nvPr/>
        </p:nvSpPr>
        <p:spPr>
          <a:xfrm>
            <a:off x="7614993"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680" name="Rectangle 18679">
            <a:extLst>
              <a:ext uri="{FF2B5EF4-FFF2-40B4-BE49-F238E27FC236}">
                <a16:creationId xmlns:a16="http://schemas.microsoft.com/office/drawing/2014/main" id="{04D5BF5E-FF5C-F496-1DA5-BFEDC171CBC6}"/>
              </a:ext>
            </a:extLst>
          </p:cNvPr>
          <p:cNvSpPr/>
          <p:nvPr/>
        </p:nvSpPr>
        <p:spPr>
          <a:xfrm>
            <a:off x="7989243"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827" name="Rectangle 18826">
            <a:extLst>
              <a:ext uri="{FF2B5EF4-FFF2-40B4-BE49-F238E27FC236}">
                <a16:creationId xmlns:a16="http://schemas.microsoft.com/office/drawing/2014/main" id="{76E4C077-321C-C0D2-E254-69B8BBC094DF}"/>
              </a:ext>
            </a:extLst>
          </p:cNvPr>
          <p:cNvSpPr/>
          <p:nvPr/>
        </p:nvSpPr>
        <p:spPr>
          <a:xfrm>
            <a:off x="7989243"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975" name="Rectangle 18974">
            <a:extLst>
              <a:ext uri="{FF2B5EF4-FFF2-40B4-BE49-F238E27FC236}">
                <a16:creationId xmlns:a16="http://schemas.microsoft.com/office/drawing/2014/main" id="{B777C2B1-4512-F60A-2F62-6938DBF5418C}"/>
              </a:ext>
            </a:extLst>
          </p:cNvPr>
          <p:cNvSpPr/>
          <p:nvPr/>
        </p:nvSpPr>
        <p:spPr>
          <a:xfrm>
            <a:off x="8363494"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124" name="Rectangle 19123">
            <a:extLst>
              <a:ext uri="{FF2B5EF4-FFF2-40B4-BE49-F238E27FC236}">
                <a16:creationId xmlns:a16="http://schemas.microsoft.com/office/drawing/2014/main" id="{88D0C483-0F1E-8347-CB99-A16E36A9A776}"/>
              </a:ext>
            </a:extLst>
          </p:cNvPr>
          <p:cNvSpPr/>
          <p:nvPr/>
        </p:nvSpPr>
        <p:spPr>
          <a:xfrm>
            <a:off x="8363494"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274" name="Rectangle 19273">
            <a:extLst>
              <a:ext uri="{FF2B5EF4-FFF2-40B4-BE49-F238E27FC236}">
                <a16:creationId xmlns:a16="http://schemas.microsoft.com/office/drawing/2014/main" id="{39E4CD10-792E-BB3F-7036-3FE1EB60AFE2}"/>
              </a:ext>
            </a:extLst>
          </p:cNvPr>
          <p:cNvSpPr/>
          <p:nvPr/>
        </p:nvSpPr>
        <p:spPr>
          <a:xfrm>
            <a:off x="8737745"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425" name="Rectangle 19424">
            <a:extLst>
              <a:ext uri="{FF2B5EF4-FFF2-40B4-BE49-F238E27FC236}">
                <a16:creationId xmlns:a16="http://schemas.microsoft.com/office/drawing/2014/main" id="{7BFD9CAD-0ED5-A6E9-B339-5C61926C261D}"/>
              </a:ext>
            </a:extLst>
          </p:cNvPr>
          <p:cNvSpPr/>
          <p:nvPr/>
        </p:nvSpPr>
        <p:spPr>
          <a:xfrm>
            <a:off x="8737745"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577" name="Rectangle 19576">
            <a:extLst>
              <a:ext uri="{FF2B5EF4-FFF2-40B4-BE49-F238E27FC236}">
                <a16:creationId xmlns:a16="http://schemas.microsoft.com/office/drawing/2014/main" id="{C02549CF-6F25-49E4-41C8-B3BB14FD5033}"/>
              </a:ext>
            </a:extLst>
          </p:cNvPr>
          <p:cNvSpPr/>
          <p:nvPr/>
        </p:nvSpPr>
        <p:spPr>
          <a:xfrm>
            <a:off x="9111996"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730" name="Rectangle 19729">
            <a:extLst>
              <a:ext uri="{FF2B5EF4-FFF2-40B4-BE49-F238E27FC236}">
                <a16:creationId xmlns:a16="http://schemas.microsoft.com/office/drawing/2014/main" id="{6A2E856E-50B9-D01E-C4CA-813355B11097}"/>
              </a:ext>
            </a:extLst>
          </p:cNvPr>
          <p:cNvSpPr/>
          <p:nvPr/>
        </p:nvSpPr>
        <p:spPr>
          <a:xfrm>
            <a:off x="9111996"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884" name="Rectangle 19883">
            <a:extLst>
              <a:ext uri="{FF2B5EF4-FFF2-40B4-BE49-F238E27FC236}">
                <a16:creationId xmlns:a16="http://schemas.microsoft.com/office/drawing/2014/main" id="{F6F48E52-B248-2AD4-8569-B77A466CD512}"/>
              </a:ext>
            </a:extLst>
          </p:cNvPr>
          <p:cNvSpPr/>
          <p:nvPr/>
        </p:nvSpPr>
        <p:spPr>
          <a:xfrm>
            <a:off x="9486247"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039" name="Rectangle 20038">
            <a:extLst>
              <a:ext uri="{FF2B5EF4-FFF2-40B4-BE49-F238E27FC236}">
                <a16:creationId xmlns:a16="http://schemas.microsoft.com/office/drawing/2014/main" id="{053B38FA-3A62-E5C8-4A51-6A603256ED02}"/>
              </a:ext>
            </a:extLst>
          </p:cNvPr>
          <p:cNvSpPr/>
          <p:nvPr/>
        </p:nvSpPr>
        <p:spPr>
          <a:xfrm>
            <a:off x="9486247"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195" name="Rectangle 20194">
            <a:extLst>
              <a:ext uri="{FF2B5EF4-FFF2-40B4-BE49-F238E27FC236}">
                <a16:creationId xmlns:a16="http://schemas.microsoft.com/office/drawing/2014/main" id="{360A9DB4-4D98-1972-2D95-D56210347225}"/>
              </a:ext>
            </a:extLst>
          </p:cNvPr>
          <p:cNvSpPr/>
          <p:nvPr/>
        </p:nvSpPr>
        <p:spPr>
          <a:xfrm>
            <a:off x="9860498"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352" name="Rectangle 20351">
            <a:extLst>
              <a:ext uri="{FF2B5EF4-FFF2-40B4-BE49-F238E27FC236}">
                <a16:creationId xmlns:a16="http://schemas.microsoft.com/office/drawing/2014/main" id="{2F818BA2-609E-A411-EAFE-E93EE455E92D}"/>
              </a:ext>
            </a:extLst>
          </p:cNvPr>
          <p:cNvSpPr/>
          <p:nvPr/>
        </p:nvSpPr>
        <p:spPr>
          <a:xfrm>
            <a:off x="9860498"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510" name="Rectangle 20509">
            <a:extLst>
              <a:ext uri="{FF2B5EF4-FFF2-40B4-BE49-F238E27FC236}">
                <a16:creationId xmlns:a16="http://schemas.microsoft.com/office/drawing/2014/main" id="{EFAFAF78-E757-7F01-1613-1B5CC1955BAD}"/>
              </a:ext>
            </a:extLst>
          </p:cNvPr>
          <p:cNvSpPr/>
          <p:nvPr/>
        </p:nvSpPr>
        <p:spPr>
          <a:xfrm>
            <a:off x="10234749"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669" name="Rectangle 20668">
            <a:extLst>
              <a:ext uri="{FF2B5EF4-FFF2-40B4-BE49-F238E27FC236}">
                <a16:creationId xmlns:a16="http://schemas.microsoft.com/office/drawing/2014/main" id="{4422D812-CB4C-7483-9C06-4F2178EEEBBD}"/>
              </a:ext>
            </a:extLst>
          </p:cNvPr>
          <p:cNvSpPr/>
          <p:nvPr/>
        </p:nvSpPr>
        <p:spPr>
          <a:xfrm>
            <a:off x="10234749"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829" name="Rectangle 20828">
            <a:extLst>
              <a:ext uri="{FF2B5EF4-FFF2-40B4-BE49-F238E27FC236}">
                <a16:creationId xmlns:a16="http://schemas.microsoft.com/office/drawing/2014/main" id="{D6A43728-15BD-4AF7-A039-31B4D18AD404}"/>
              </a:ext>
            </a:extLst>
          </p:cNvPr>
          <p:cNvSpPr/>
          <p:nvPr/>
        </p:nvSpPr>
        <p:spPr>
          <a:xfrm>
            <a:off x="10608999"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990" name="Rectangle 20989">
            <a:extLst>
              <a:ext uri="{FF2B5EF4-FFF2-40B4-BE49-F238E27FC236}">
                <a16:creationId xmlns:a16="http://schemas.microsoft.com/office/drawing/2014/main" id="{3EF253B9-90EA-B1E6-E0DD-38B6775AAC1F}"/>
              </a:ext>
            </a:extLst>
          </p:cNvPr>
          <p:cNvSpPr/>
          <p:nvPr/>
        </p:nvSpPr>
        <p:spPr>
          <a:xfrm>
            <a:off x="10608999"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152" name="Rectangle 21151">
            <a:extLst>
              <a:ext uri="{FF2B5EF4-FFF2-40B4-BE49-F238E27FC236}">
                <a16:creationId xmlns:a16="http://schemas.microsoft.com/office/drawing/2014/main" id="{688F5B53-0374-3388-5C76-B06697904A42}"/>
              </a:ext>
            </a:extLst>
          </p:cNvPr>
          <p:cNvSpPr/>
          <p:nvPr/>
        </p:nvSpPr>
        <p:spPr>
          <a:xfrm>
            <a:off x="10983250"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315" name="Rectangle 21314">
            <a:extLst>
              <a:ext uri="{FF2B5EF4-FFF2-40B4-BE49-F238E27FC236}">
                <a16:creationId xmlns:a16="http://schemas.microsoft.com/office/drawing/2014/main" id="{61A33329-FAF0-8BE4-BC93-C241B14E04F0}"/>
              </a:ext>
            </a:extLst>
          </p:cNvPr>
          <p:cNvSpPr/>
          <p:nvPr/>
        </p:nvSpPr>
        <p:spPr>
          <a:xfrm>
            <a:off x="10983250"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479" name="Rectangle 21478">
            <a:extLst>
              <a:ext uri="{FF2B5EF4-FFF2-40B4-BE49-F238E27FC236}">
                <a16:creationId xmlns:a16="http://schemas.microsoft.com/office/drawing/2014/main" id="{17EC4EF1-EC4F-03EE-23E1-6CE44705394C}"/>
              </a:ext>
            </a:extLst>
          </p:cNvPr>
          <p:cNvSpPr/>
          <p:nvPr/>
        </p:nvSpPr>
        <p:spPr>
          <a:xfrm>
            <a:off x="11357501" y="3969830"/>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644" name="Rectangle 21643">
            <a:extLst>
              <a:ext uri="{FF2B5EF4-FFF2-40B4-BE49-F238E27FC236}">
                <a16:creationId xmlns:a16="http://schemas.microsoft.com/office/drawing/2014/main" id="{B58F6EF1-90AA-6ACC-F2D4-A8AF1DFF04B2}"/>
              </a:ext>
            </a:extLst>
          </p:cNvPr>
          <p:cNvSpPr/>
          <p:nvPr/>
        </p:nvSpPr>
        <p:spPr>
          <a:xfrm>
            <a:off x="11357501" y="5064633"/>
            <a:ext cx="231679" cy="1587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810" name="Rectangle 21809">
            <a:extLst>
              <a:ext uri="{FF2B5EF4-FFF2-40B4-BE49-F238E27FC236}">
                <a16:creationId xmlns:a16="http://schemas.microsoft.com/office/drawing/2014/main" id="{EEDBCB0A-2BF1-1118-5DB7-BAD1B6EDBCC2}"/>
              </a:ext>
            </a:extLst>
          </p:cNvPr>
          <p:cNvSpPr/>
          <p:nvPr/>
        </p:nvSpPr>
        <p:spPr>
          <a:xfrm>
            <a:off x="6492240" y="3969830"/>
            <a:ext cx="15875" cy="229188"/>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977" name="Rectangle 21976">
            <a:extLst>
              <a:ext uri="{FF2B5EF4-FFF2-40B4-BE49-F238E27FC236}">
                <a16:creationId xmlns:a16="http://schemas.microsoft.com/office/drawing/2014/main" id="{3F86B015-7C9D-448E-43D2-09821C8FFD4F}"/>
              </a:ext>
            </a:extLst>
          </p:cNvPr>
          <p:cNvSpPr/>
          <p:nvPr/>
        </p:nvSpPr>
        <p:spPr>
          <a:xfrm>
            <a:off x="11715877" y="3969830"/>
            <a:ext cx="15875" cy="229188"/>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145" name="Rectangle 22144">
            <a:extLst>
              <a:ext uri="{FF2B5EF4-FFF2-40B4-BE49-F238E27FC236}">
                <a16:creationId xmlns:a16="http://schemas.microsoft.com/office/drawing/2014/main" id="{CC532297-75D5-93A3-AB1E-0F3939BB3E9C}"/>
              </a:ext>
            </a:extLst>
          </p:cNvPr>
          <p:cNvSpPr/>
          <p:nvPr/>
        </p:nvSpPr>
        <p:spPr>
          <a:xfrm>
            <a:off x="6492240" y="4340056"/>
            <a:ext cx="15875" cy="229188"/>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314" name="Rectangle 22313">
            <a:extLst>
              <a:ext uri="{FF2B5EF4-FFF2-40B4-BE49-F238E27FC236}">
                <a16:creationId xmlns:a16="http://schemas.microsoft.com/office/drawing/2014/main" id="{22751D85-6A73-EF3A-1715-ACB3ED9B216B}"/>
              </a:ext>
            </a:extLst>
          </p:cNvPr>
          <p:cNvSpPr/>
          <p:nvPr/>
        </p:nvSpPr>
        <p:spPr>
          <a:xfrm>
            <a:off x="11715877" y="4340056"/>
            <a:ext cx="15875" cy="229188"/>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484" name="Rectangle 22483">
            <a:extLst>
              <a:ext uri="{FF2B5EF4-FFF2-40B4-BE49-F238E27FC236}">
                <a16:creationId xmlns:a16="http://schemas.microsoft.com/office/drawing/2014/main" id="{E38A130A-BFAD-C9C1-B0EA-18F0D672AB09}"/>
              </a:ext>
            </a:extLst>
          </p:cNvPr>
          <p:cNvSpPr/>
          <p:nvPr/>
        </p:nvSpPr>
        <p:spPr>
          <a:xfrm>
            <a:off x="6492240" y="4710282"/>
            <a:ext cx="15875" cy="229188"/>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655" name="Rectangle 22654">
            <a:extLst>
              <a:ext uri="{FF2B5EF4-FFF2-40B4-BE49-F238E27FC236}">
                <a16:creationId xmlns:a16="http://schemas.microsoft.com/office/drawing/2014/main" id="{44C26C69-4359-9AB3-45E1-D92FCCECDF9F}"/>
              </a:ext>
            </a:extLst>
          </p:cNvPr>
          <p:cNvSpPr/>
          <p:nvPr/>
        </p:nvSpPr>
        <p:spPr>
          <a:xfrm>
            <a:off x="11715877" y="4710282"/>
            <a:ext cx="15875" cy="229188"/>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827" name="Rectangle 22826">
            <a:extLst>
              <a:ext uri="{FF2B5EF4-FFF2-40B4-BE49-F238E27FC236}">
                <a16:creationId xmlns:a16="http://schemas.microsoft.com/office/drawing/2014/main" id="{CC24359E-19B8-88E3-879B-782F900570E2}"/>
              </a:ext>
            </a:extLst>
          </p:cNvPr>
          <p:cNvSpPr/>
          <p:nvPr/>
        </p:nvSpPr>
        <p:spPr>
          <a:xfrm>
            <a:off x="6693408" y="4280757"/>
            <a:ext cx="1783080" cy="48882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Extended retention</a:t>
            </a:r>
            <a:endParaRPr lang="en-US"/>
          </a:p>
        </p:txBody>
      </p:sp>
      <p:sp>
        <p:nvSpPr>
          <p:cNvPr id="23000" name="Rectangle 22999">
            <a:extLst>
              <a:ext uri="{FF2B5EF4-FFF2-40B4-BE49-F238E27FC236}">
                <a16:creationId xmlns:a16="http://schemas.microsoft.com/office/drawing/2014/main" id="{DBC96486-CC38-BBC9-38BC-04338F25313B}"/>
              </a:ext>
            </a:extLst>
          </p:cNvPr>
          <p:cNvSpPr/>
          <p:nvPr/>
        </p:nvSpPr>
        <p:spPr>
          <a:xfrm>
            <a:off x="8567928" y="4070414"/>
            <a:ext cx="3182112" cy="90951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Stores data on GPU machines for up to 24 hours. Remains within the data zone boundary for Data Zone deployment types and the regional boundary for Regional deployment types.</a:t>
            </a:r>
            <a:endParaRPr lang="en-US"/>
          </a:p>
        </p:txBody>
      </p:sp>
      <p:sp>
        <p:nvSpPr>
          <p:cNvPr id="23174" name="Rectangle 23173">
            <a:extLst>
              <a:ext uri="{FF2B5EF4-FFF2-40B4-BE49-F238E27FC236}">
                <a16:creationId xmlns:a16="http://schemas.microsoft.com/office/drawing/2014/main" id="{CB8844CC-A924-6675-9192-D6417D5B3BF1}"/>
              </a:ext>
            </a:extLst>
          </p:cNvPr>
          <p:cNvSpPr/>
          <p:nvPr/>
        </p:nvSpPr>
        <p:spPr>
          <a:xfrm>
            <a:off x="6492240" y="5208524"/>
            <a:ext cx="52519" cy="12700"/>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349" name="Rectangle 23348">
            <a:extLst>
              <a:ext uri="{FF2B5EF4-FFF2-40B4-BE49-F238E27FC236}">
                <a16:creationId xmlns:a16="http://schemas.microsoft.com/office/drawing/2014/main" id="{E8AD0CD7-D773-62F1-8C35-F5704740CF09}"/>
              </a:ext>
            </a:extLst>
          </p:cNvPr>
          <p:cNvSpPr/>
          <p:nvPr/>
        </p:nvSpPr>
        <p:spPr>
          <a:xfrm>
            <a:off x="6492240" y="5396992"/>
            <a:ext cx="52519" cy="12700"/>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525" name="Rectangle 23524">
            <a:extLst>
              <a:ext uri="{FF2B5EF4-FFF2-40B4-BE49-F238E27FC236}">
                <a16:creationId xmlns:a16="http://schemas.microsoft.com/office/drawing/2014/main" id="{05687631-FDA3-D192-E9A8-CACD3C2FF51F}"/>
              </a:ext>
            </a:extLst>
          </p:cNvPr>
          <p:cNvSpPr/>
          <p:nvPr/>
        </p:nvSpPr>
        <p:spPr>
          <a:xfrm>
            <a:off x="6577584" y="5208524"/>
            <a:ext cx="52519" cy="12700"/>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702" name="Rectangle 23701">
            <a:extLst>
              <a:ext uri="{FF2B5EF4-FFF2-40B4-BE49-F238E27FC236}">
                <a16:creationId xmlns:a16="http://schemas.microsoft.com/office/drawing/2014/main" id="{359BDB5C-B8DC-6AB3-B087-5ECF80CE99AA}"/>
              </a:ext>
            </a:extLst>
          </p:cNvPr>
          <p:cNvSpPr/>
          <p:nvPr/>
        </p:nvSpPr>
        <p:spPr>
          <a:xfrm>
            <a:off x="6577584" y="5396992"/>
            <a:ext cx="52519" cy="12700"/>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880" name="Rectangle 23879">
            <a:extLst>
              <a:ext uri="{FF2B5EF4-FFF2-40B4-BE49-F238E27FC236}">
                <a16:creationId xmlns:a16="http://schemas.microsoft.com/office/drawing/2014/main" id="{B38410FC-8C1D-ABA1-5615-B3CFA5CB01CE}"/>
              </a:ext>
            </a:extLst>
          </p:cNvPr>
          <p:cNvSpPr/>
          <p:nvPr/>
        </p:nvSpPr>
        <p:spPr>
          <a:xfrm>
            <a:off x="6662928" y="5208524"/>
            <a:ext cx="52519" cy="12700"/>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059" name="Rectangle 24058">
            <a:extLst>
              <a:ext uri="{FF2B5EF4-FFF2-40B4-BE49-F238E27FC236}">
                <a16:creationId xmlns:a16="http://schemas.microsoft.com/office/drawing/2014/main" id="{385C581D-C98E-04D6-1792-436DFEDA960A}"/>
              </a:ext>
            </a:extLst>
          </p:cNvPr>
          <p:cNvSpPr/>
          <p:nvPr/>
        </p:nvSpPr>
        <p:spPr>
          <a:xfrm>
            <a:off x="6662928" y="5396992"/>
            <a:ext cx="52519" cy="12700"/>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239" name="Rectangle 24238">
            <a:extLst>
              <a:ext uri="{FF2B5EF4-FFF2-40B4-BE49-F238E27FC236}">
                <a16:creationId xmlns:a16="http://schemas.microsoft.com/office/drawing/2014/main" id="{CA60EA58-ABBF-5C10-061C-14A489A50C74}"/>
              </a:ext>
            </a:extLst>
          </p:cNvPr>
          <p:cNvSpPr/>
          <p:nvPr/>
        </p:nvSpPr>
        <p:spPr>
          <a:xfrm>
            <a:off x="6492240" y="5208524"/>
            <a:ext cx="12700" cy="4126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420" name="Rectangle 24419">
            <a:extLst>
              <a:ext uri="{FF2B5EF4-FFF2-40B4-BE49-F238E27FC236}">
                <a16:creationId xmlns:a16="http://schemas.microsoft.com/office/drawing/2014/main" id="{D2DAA074-19C9-2D41-80E3-9D2EB3552D1B}"/>
              </a:ext>
            </a:extLst>
          </p:cNvPr>
          <p:cNvSpPr/>
          <p:nvPr/>
        </p:nvSpPr>
        <p:spPr>
          <a:xfrm>
            <a:off x="6735572" y="5208524"/>
            <a:ext cx="12700" cy="4126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602" name="Rectangle 24601">
            <a:extLst>
              <a:ext uri="{FF2B5EF4-FFF2-40B4-BE49-F238E27FC236}">
                <a16:creationId xmlns:a16="http://schemas.microsoft.com/office/drawing/2014/main" id="{D6BE4C71-8207-1201-0034-5262CC2BF2C1}"/>
              </a:ext>
            </a:extLst>
          </p:cNvPr>
          <p:cNvSpPr/>
          <p:nvPr/>
        </p:nvSpPr>
        <p:spPr>
          <a:xfrm>
            <a:off x="6492240" y="5275580"/>
            <a:ext cx="12700" cy="4126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785" name="Rectangle 24784">
            <a:extLst>
              <a:ext uri="{FF2B5EF4-FFF2-40B4-BE49-F238E27FC236}">
                <a16:creationId xmlns:a16="http://schemas.microsoft.com/office/drawing/2014/main" id="{A70BE297-9900-CAD3-DA75-5E3AA05BD112}"/>
              </a:ext>
            </a:extLst>
          </p:cNvPr>
          <p:cNvSpPr/>
          <p:nvPr/>
        </p:nvSpPr>
        <p:spPr>
          <a:xfrm>
            <a:off x="6735572" y="5275580"/>
            <a:ext cx="12700" cy="4126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969" name="Rectangle 24968">
            <a:extLst>
              <a:ext uri="{FF2B5EF4-FFF2-40B4-BE49-F238E27FC236}">
                <a16:creationId xmlns:a16="http://schemas.microsoft.com/office/drawing/2014/main" id="{1668BEFB-B3C1-FFDF-0B1F-ADA994124DE0}"/>
              </a:ext>
            </a:extLst>
          </p:cNvPr>
          <p:cNvSpPr/>
          <p:nvPr/>
        </p:nvSpPr>
        <p:spPr>
          <a:xfrm>
            <a:off x="6492240" y="5342636"/>
            <a:ext cx="12700" cy="4126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154" name="Rectangle 25153">
            <a:extLst>
              <a:ext uri="{FF2B5EF4-FFF2-40B4-BE49-F238E27FC236}">
                <a16:creationId xmlns:a16="http://schemas.microsoft.com/office/drawing/2014/main" id="{D264851B-8343-55A7-6F59-928AFAA1402A}"/>
              </a:ext>
            </a:extLst>
          </p:cNvPr>
          <p:cNvSpPr/>
          <p:nvPr/>
        </p:nvSpPr>
        <p:spPr>
          <a:xfrm>
            <a:off x="6735572" y="5342636"/>
            <a:ext cx="12700" cy="41265"/>
          </a:xfrm>
          <a:prstGeom prst="rect">
            <a:avLst/>
          </a:prstGeom>
          <a:solidFill>
            <a:srgbClr val="8A93AB"/>
          </a:solidFill>
          <a:ln>
            <a:solidFill>
              <a:srgbClr val="8A93AB"/>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40" name="Rectangle 25339">
            <a:extLst>
              <a:ext uri="{FF2B5EF4-FFF2-40B4-BE49-F238E27FC236}">
                <a16:creationId xmlns:a16="http://schemas.microsoft.com/office/drawing/2014/main" id="{004FCCAB-19FB-8B6C-E8BF-9209A69C4D7F}"/>
              </a:ext>
            </a:extLst>
          </p:cNvPr>
          <p:cNvSpPr/>
          <p:nvPr/>
        </p:nvSpPr>
        <p:spPr>
          <a:xfrm>
            <a:off x="6858000" y="5153660"/>
            <a:ext cx="365760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44495B"/>
                </a:solidFill>
                <a:effectLst/>
                <a:latin typeface="Segoe UI" panose="020B0502040204020203" pitchFamily="34" charset="0"/>
              </a:rPr>
              <a:t>Dashed border — boundary</a:t>
            </a:r>
            <a:endParaRPr lang="en-US"/>
          </a:p>
        </p:txBody>
      </p:sp>
    </p:spTree>
    <p:extLst>
      <p:ext uri="{BB962C8B-B14F-4D97-AF65-F5344CB8AC3E}">
        <p14:creationId xmlns:p14="http://schemas.microsoft.com/office/powerpoint/2010/main" val="2961734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341" name="Rectangle 25340">
            <a:extLst>
              <a:ext uri="{FF2B5EF4-FFF2-40B4-BE49-F238E27FC236}">
                <a16:creationId xmlns:a16="http://schemas.microsoft.com/office/drawing/2014/main" id="{3AA96B58-DBB6-45F3-9F82-27F646F1D616}"/>
              </a:ext>
            </a:extLst>
          </p:cNvPr>
          <p:cNvSpPr/>
          <p:nvPr/>
        </p:nvSpPr>
        <p:spPr>
          <a:xfrm>
            <a:off x="457200" y="201168"/>
            <a:ext cx="8229600" cy="371551"/>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800" b="1" spc="150">
                <a:solidFill>
                  <a:srgbClr val="00B39F"/>
                </a:solidFill>
                <a:effectLst/>
                <a:latin typeface="Segoe UI" panose="020B0502040204020203" pitchFamily="34" charset="0"/>
              </a:rPr>
              <a:t>COMPARISON</a:t>
            </a:r>
            <a:endParaRPr lang="en-US"/>
          </a:p>
        </p:txBody>
      </p:sp>
      <p:sp>
        <p:nvSpPr>
          <p:cNvPr id="25343" name="Rectangle 25342">
            <a:extLst>
              <a:ext uri="{FF2B5EF4-FFF2-40B4-BE49-F238E27FC236}">
                <a16:creationId xmlns:a16="http://schemas.microsoft.com/office/drawing/2014/main" id="{F0C1C8A2-72FB-EC95-96E1-B537213B411C}"/>
              </a:ext>
            </a:extLst>
          </p:cNvPr>
          <p:cNvSpPr/>
          <p:nvPr/>
        </p:nvSpPr>
        <p:spPr>
          <a:xfrm>
            <a:off x="457200" y="411480"/>
            <a:ext cx="10789920" cy="50292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2600" b="1">
                <a:solidFill>
                  <a:srgbClr val="101A3C"/>
                </a:solidFill>
                <a:effectLst/>
                <a:latin typeface="Segoe UI" panose="020B0502040204020203" pitchFamily="34" charset="0"/>
              </a:rPr>
              <a:t>Prompt caching compared with semantic caching</a:t>
            </a:r>
            <a:endParaRPr lang="en-US"/>
          </a:p>
        </p:txBody>
      </p:sp>
      <p:sp>
        <p:nvSpPr>
          <p:cNvPr id="25346" name="Rectangle 25345">
            <a:extLst>
              <a:ext uri="{FF2B5EF4-FFF2-40B4-BE49-F238E27FC236}">
                <a16:creationId xmlns:a16="http://schemas.microsoft.com/office/drawing/2014/main" id="{A80BEF5D-67BF-037B-9A65-59D95AD9DEA4}"/>
              </a:ext>
            </a:extLst>
          </p:cNvPr>
          <p:cNvSpPr/>
          <p:nvPr/>
        </p:nvSpPr>
        <p:spPr>
          <a:xfrm>
            <a:off x="457200" y="914400"/>
            <a:ext cx="10972800" cy="329184"/>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50">
                <a:solidFill>
                  <a:srgbClr val="44495B"/>
                </a:solidFill>
                <a:effectLst/>
                <a:latin typeface="Segoe UI" panose="020B0502040204020203" pitchFamily="34" charset="0"/>
              </a:rPr>
              <a:t>Two distinct features. Prompt caching reuses input token computations; semantic caching reuses stored responses.</a:t>
            </a:r>
            <a:endParaRPr lang="en-US"/>
          </a:p>
        </p:txBody>
      </p:sp>
      <p:sp>
        <p:nvSpPr>
          <p:cNvPr id="25350" name="Rectangle 25349">
            <a:extLst>
              <a:ext uri="{FF2B5EF4-FFF2-40B4-BE49-F238E27FC236}">
                <a16:creationId xmlns:a16="http://schemas.microsoft.com/office/drawing/2014/main" id="{31EB7A6D-645E-123B-D4D9-AC511362B496}"/>
              </a:ext>
            </a:extLst>
          </p:cNvPr>
          <p:cNvSpPr/>
          <p:nvPr/>
        </p:nvSpPr>
        <p:spPr>
          <a:xfrm>
            <a:off x="457200" y="5760720"/>
            <a:ext cx="7223760"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6E7488"/>
                </a:solidFill>
                <a:effectLst/>
                <a:latin typeface="Segoe UI" panose="020B0502040204020203" pitchFamily="34" charset="0"/>
              </a:rPr>
              <a:t>Source: Learn · azure/api-management/azure-openai-enable-semantic-caching</a:t>
            </a:r>
          </a:p>
          <a:p>
            <a:pPr algn="l">
              <a:buNone/>
            </a:pPr>
            <a:r>
              <a:rPr lang="en-US" sz="100">
                <a:effectLst/>
              </a:rPr>
              <a:t> </a:t>
            </a:r>
            <a:endParaRPr lang="en-US"/>
          </a:p>
        </p:txBody>
      </p:sp>
      <p:sp>
        <p:nvSpPr>
          <p:cNvPr id="25355" name="Rectangle 25354">
            <a:extLst>
              <a:ext uri="{FF2B5EF4-FFF2-40B4-BE49-F238E27FC236}">
                <a16:creationId xmlns:a16="http://schemas.microsoft.com/office/drawing/2014/main" id="{D5AABE06-44C7-BDF7-4876-C78DE9DC82B9}"/>
              </a:ext>
            </a:extLst>
          </p:cNvPr>
          <p:cNvSpPr/>
          <p:nvPr/>
        </p:nvSpPr>
        <p:spPr>
          <a:xfrm>
            <a:off x="7772400" y="5760720"/>
            <a:ext cx="3962095" cy="38770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r">
              <a:buNone/>
            </a:pPr>
            <a:r>
              <a:rPr lang="en-US" sz="900">
                <a:solidFill>
                  <a:srgbClr val="6E7488"/>
                </a:solidFill>
                <a:effectLst/>
                <a:latin typeface="Segoe UI" panose="020B0502040204020203" pitchFamily="34" charset="0"/>
              </a:rPr>
              <a:t>Prompt caching · September 2026 · 6</a:t>
            </a:r>
          </a:p>
          <a:p>
            <a:pPr algn="r">
              <a:buNone/>
            </a:pPr>
            <a:r>
              <a:rPr lang="en-US" sz="100">
                <a:effectLst/>
              </a:rPr>
              <a:t> </a:t>
            </a:r>
            <a:endParaRPr lang="en-US"/>
          </a:p>
        </p:txBody>
      </p:sp>
      <p:sp>
        <p:nvSpPr>
          <p:cNvPr id="25361" name="Rectangle 25360">
            <a:extLst>
              <a:ext uri="{FF2B5EF4-FFF2-40B4-BE49-F238E27FC236}">
                <a16:creationId xmlns:a16="http://schemas.microsoft.com/office/drawing/2014/main" id="{6D3F278D-4C46-CF7D-2EF4-6BA4D7BFAF1C}"/>
              </a:ext>
            </a:extLst>
          </p:cNvPr>
          <p:cNvSpPr/>
          <p:nvPr/>
        </p:nvSpPr>
        <p:spPr>
          <a:xfrm>
            <a:off x="2468880" y="1243584"/>
            <a:ext cx="4562856" cy="402336"/>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FFFFFF"/>
                </a:solidFill>
                <a:effectLst/>
                <a:latin typeface="Segoe UI" panose="020B0502040204020203" pitchFamily="34" charset="0"/>
              </a:rPr>
              <a:t>Prompt caching (Azure OpenAI)</a:t>
            </a:r>
          </a:p>
          <a:p>
            <a:pPr algn="ctr">
              <a:buNone/>
            </a:pPr>
            <a:r>
              <a:rPr lang="en-US" sz="100">
                <a:effectLst/>
              </a:rPr>
              <a:t> </a:t>
            </a:r>
            <a:endParaRPr lang="en-US"/>
          </a:p>
        </p:txBody>
      </p:sp>
      <p:sp>
        <p:nvSpPr>
          <p:cNvPr id="25368" name="Rectangle 25367">
            <a:extLst>
              <a:ext uri="{FF2B5EF4-FFF2-40B4-BE49-F238E27FC236}">
                <a16:creationId xmlns:a16="http://schemas.microsoft.com/office/drawing/2014/main" id="{ABD60D12-B026-7B5A-AA88-F867B0B72FD6}"/>
              </a:ext>
            </a:extLst>
          </p:cNvPr>
          <p:cNvSpPr/>
          <p:nvPr/>
        </p:nvSpPr>
        <p:spPr>
          <a:xfrm>
            <a:off x="7168896" y="1243584"/>
            <a:ext cx="4562856" cy="402336"/>
          </a:xfrm>
          <a:prstGeom prst="rect">
            <a:avLst/>
          </a:prstGeom>
          <a:solidFill>
            <a:srgbClr val="EBEFF7"/>
          </a:solidFill>
          <a:ln w="9525">
            <a:solidFill>
              <a:srgbClr val="C2CDE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buNone/>
            </a:pPr>
            <a:r>
              <a:rPr lang="en-US" sz="1100" b="1">
                <a:solidFill>
                  <a:srgbClr val="101A3C"/>
                </a:solidFill>
                <a:effectLst/>
                <a:latin typeface="Segoe UI" panose="020B0502040204020203" pitchFamily="34" charset="0"/>
              </a:rPr>
              <a:t>Semantic caching (Azure API Management)</a:t>
            </a:r>
          </a:p>
          <a:p>
            <a:pPr algn="ctr">
              <a:buNone/>
            </a:pPr>
            <a:r>
              <a:rPr lang="en-US" sz="100">
                <a:effectLst/>
              </a:rPr>
              <a:t> </a:t>
            </a:r>
            <a:endParaRPr lang="en-US"/>
          </a:p>
        </p:txBody>
      </p:sp>
      <p:sp>
        <p:nvSpPr>
          <p:cNvPr id="25376" name="Rectangle 25375">
            <a:extLst>
              <a:ext uri="{FF2B5EF4-FFF2-40B4-BE49-F238E27FC236}">
                <a16:creationId xmlns:a16="http://schemas.microsoft.com/office/drawing/2014/main" id="{B5A53B9C-D101-EB87-E651-856B9714F59E}"/>
              </a:ext>
            </a:extLst>
          </p:cNvPr>
          <p:cNvSpPr/>
          <p:nvPr/>
        </p:nvSpPr>
        <p:spPr>
          <a:xfrm>
            <a:off x="457200" y="1700784"/>
            <a:ext cx="11277295" cy="530225"/>
          </a:xfrm>
          <a:prstGeom prst="rect">
            <a:avLst/>
          </a:prstGeom>
          <a:solidFill>
            <a:srgbClr val="F6F8FD"/>
          </a:solidFill>
          <a:ln>
            <a:solidFill>
              <a:srgbClr val="F6F8F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385" name="Rectangle 25384">
            <a:extLst>
              <a:ext uri="{FF2B5EF4-FFF2-40B4-BE49-F238E27FC236}">
                <a16:creationId xmlns:a16="http://schemas.microsoft.com/office/drawing/2014/main" id="{ED0009F1-6EDE-A65A-0383-7743A65BF7B1}"/>
              </a:ext>
            </a:extLst>
          </p:cNvPr>
          <p:cNvSpPr/>
          <p:nvPr/>
        </p:nvSpPr>
        <p:spPr>
          <a:xfrm>
            <a:off x="548640" y="1700784"/>
            <a:ext cx="1874520" cy="53022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Content reused</a:t>
            </a:r>
            <a:endParaRPr lang="en-US"/>
          </a:p>
        </p:txBody>
      </p:sp>
      <p:sp>
        <p:nvSpPr>
          <p:cNvPr id="25395" name="Rectangle 25394">
            <a:extLst>
              <a:ext uri="{FF2B5EF4-FFF2-40B4-BE49-F238E27FC236}">
                <a16:creationId xmlns:a16="http://schemas.microsoft.com/office/drawing/2014/main" id="{BEF18941-1A05-1C42-3CBC-9A434238B923}"/>
              </a:ext>
            </a:extLst>
          </p:cNvPr>
          <p:cNvSpPr/>
          <p:nvPr/>
        </p:nvSpPr>
        <p:spPr>
          <a:xfrm>
            <a:off x="2670048" y="1737360"/>
            <a:ext cx="4151376"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Processed input token computations — the KV tensors for a matching prefix.</a:t>
            </a:r>
            <a:endParaRPr lang="en-US"/>
          </a:p>
        </p:txBody>
      </p:sp>
      <p:sp>
        <p:nvSpPr>
          <p:cNvPr id="25406" name="Rectangle 25405">
            <a:extLst>
              <a:ext uri="{FF2B5EF4-FFF2-40B4-BE49-F238E27FC236}">
                <a16:creationId xmlns:a16="http://schemas.microsoft.com/office/drawing/2014/main" id="{0E4F5AA6-8DD4-D6A2-FE85-C0F224A0F8C5}"/>
              </a:ext>
            </a:extLst>
          </p:cNvPr>
          <p:cNvSpPr/>
          <p:nvPr/>
        </p:nvSpPr>
        <p:spPr>
          <a:xfrm>
            <a:off x="7370064" y="1812766"/>
            <a:ext cx="4151376" cy="3062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The stored response to an earlier request.</a:t>
            </a:r>
            <a:endParaRPr lang="en-US"/>
          </a:p>
        </p:txBody>
      </p:sp>
      <p:sp>
        <p:nvSpPr>
          <p:cNvPr id="25418" name="Rectangle 25417">
            <a:extLst>
              <a:ext uri="{FF2B5EF4-FFF2-40B4-BE49-F238E27FC236}">
                <a16:creationId xmlns:a16="http://schemas.microsoft.com/office/drawing/2014/main" id="{DFC9CC16-3ADD-4FB7-76F4-18CBCB215B07}"/>
              </a:ext>
            </a:extLst>
          </p:cNvPr>
          <p:cNvSpPr/>
          <p:nvPr/>
        </p:nvSpPr>
        <p:spPr>
          <a:xfrm>
            <a:off x="548640" y="2267585"/>
            <a:ext cx="1874520" cy="53022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Match criterion</a:t>
            </a:r>
            <a:endParaRPr lang="en-US"/>
          </a:p>
        </p:txBody>
      </p:sp>
      <p:sp>
        <p:nvSpPr>
          <p:cNvPr id="25431" name="Rectangle 25430">
            <a:extLst>
              <a:ext uri="{FF2B5EF4-FFF2-40B4-BE49-F238E27FC236}">
                <a16:creationId xmlns:a16="http://schemas.microsoft.com/office/drawing/2014/main" id="{604C543F-D3C9-C933-8DBD-9A3A8EAEA0D4}"/>
              </a:ext>
            </a:extLst>
          </p:cNvPr>
          <p:cNvSpPr/>
          <p:nvPr/>
        </p:nvSpPr>
        <p:spPr>
          <a:xfrm>
            <a:off x="2670048" y="2304161"/>
            <a:ext cx="4151376"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The rendered prefix must match exactly. A single differing character produces a cache miss.</a:t>
            </a:r>
            <a:endParaRPr lang="en-US"/>
          </a:p>
        </p:txBody>
      </p:sp>
      <p:sp>
        <p:nvSpPr>
          <p:cNvPr id="25445" name="Rectangle 25444">
            <a:extLst>
              <a:ext uri="{FF2B5EF4-FFF2-40B4-BE49-F238E27FC236}">
                <a16:creationId xmlns:a16="http://schemas.microsoft.com/office/drawing/2014/main" id="{73C44E5C-A16F-A218-FCCB-B08C015456CC}"/>
              </a:ext>
            </a:extLst>
          </p:cNvPr>
          <p:cNvSpPr/>
          <p:nvPr/>
        </p:nvSpPr>
        <p:spPr>
          <a:xfrm>
            <a:off x="7370064" y="2304161"/>
            <a:ext cx="4151376"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Identical prompts, and prompts similar in meaning where the text differs.</a:t>
            </a:r>
            <a:endParaRPr lang="en-US"/>
          </a:p>
        </p:txBody>
      </p:sp>
      <p:sp>
        <p:nvSpPr>
          <p:cNvPr id="25460" name="Rectangle 25459">
            <a:extLst>
              <a:ext uri="{FF2B5EF4-FFF2-40B4-BE49-F238E27FC236}">
                <a16:creationId xmlns:a16="http://schemas.microsoft.com/office/drawing/2014/main" id="{E517DE50-8B94-8332-03B2-6BAF4CE9A72F}"/>
              </a:ext>
            </a:extLst>
          </p:cNvPr>
          <p:cNvSpPr/>
          <p:nvPr/>
        </p:nvSpPr>
        <p:spPr>
          <a:xfrm>
            <a:off x="457200" y="2834386"/>
            <a:ext cx="11277295" cy="530225"/>
          </a:xfrm>
          <a:prstGeom prst="rect">
            <a:avLst/>
          </a:prstGeom>
          <a:solidFill>
            <a:srgbClr val="F6F8FD"/>
          </a:solidFill>
          <a:ln>
            <a:solidFill>
              <a:srgbClr val="F6F8FD"/>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476" name="Rectangle 25475">
            <a:extLst>
              <a:ext uri="{FF2B5EF4-FFF2-40B4-BE49-F238E27FC236}">
                <a16:creationId xmlns:a16="http://schemas.microsoft.com/office/drawing/2014/main" id="{B063EAC7-9BE8-E875-E356-E4C9FAB35F49}"/>
              </a:ext>
            </a:extLst>
          </p:cNvPr>
          <p:cNvSpPr/>
          <p:nvPr/>
        </p:nvSpPr>
        <p:spPr>
          <a:xfrm>
            <a:off x="548640" y="2834386"/>
            <a:ext cx="1874520" cy="530225"/>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Position in the request path</a:t>
            </a:r>
            <a:endParaRPr lang="en-US"/>
          </a:p>
        </p:txBody>
      </p:sp>
      <p:sp>
        <p:nvSpPr>
          <p:cNvPr id="25493" name="Rectangle 25492">
            <a:extLst>
              <a:ext uri="{FF2B5EF4-FFF2-40B4-BE49-F238E27FC236}">
                <a16:creationId xmlns:a16="http://schemas.microsoft.com/office/drawing/2014/main" id="{C349E899-7E9B-A92A-BDC4-7B5190511BD6}"/>
              </a:ext>
            </a:extLst>
          </p:cNvPr>
          <p:cNvSpPr/>
          <p:nvPr/>
        </p:nvSpPr>
        <p:spPr>
          <a:xfrm>
            <a:off x="2670048" y="2870962"/>
            <a:ext cx="4151376" cy="457073"/>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Within the model service. Enabled by default for supported models.</a:t>
            </a:r>
            <a:endParaRPr lang="en-US"/>
          </a:p>
        </p:txBody>
      </p:sp>
      <p:sp>
        <p:nvSpPr>
          <p:cNvPr id="25511" name="Rectangle 25510">
            <a:extLst>
              <a:ext uri="{FF2B5EF4-FFF2-40B4-BE49-F238E27FC236}">
                <a16:creationId xmlns:a16="http://schemas.microsoft.com/office/drawing/2014/main" id="{C7972DF7-E6E2-1C53-C8D7-2CFE9C113B5E}"/>
              </a:ext>
            </a:extLst>
          </p:cNvPr>
          <p:cNvSpPr/>
          <p:nvPr/>
        </p:nvSpPr>
        <p:spPr>
          <a:xfrm>
            <a:off x="7370064" y="2946368"/>
            <a:ext cx="4151376" cy="3062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In front of the model, in the Azure API Management gateway.</a:t>
            </a:r>
            <a:endParaRPr lang="en-US"/>
          </a:p>
        </p:txBody>
      </p:sp>
      <p:sp>
        <p:nvSpPr>
          <p:cNvPr id="25530" name="Rectangle 25529">
            <a:extLst>
              <a:ext uri="{FF2B5EF4-FFF2-40B4-BE49-F238E27FC236}">
                <a16:creationId xmlns:a16="http://schemas.microsoft.com/office/drawing/2014/main" id="{33023ABF-5A98-09FC-61BA-8FF19FB9D86B}"/>
              </a:ext>
            </a:extLst>
          </p:cNvPr>
          <p:cNvSpPr/>
          <p:nvPr/>
        </p:nvSpPr>
        <p:spPr>
          <a:xfrm>
            <a:off x="548640" y="3401187"/>
            <a:ext cx="1874520" cy="83185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050" b="1">
                <a:solidFill>
                  <a:srgbClr val="101A3C"/>
                </a:solidFill>
                <a:effectLst/>
                <a:latin typeface="Segoe UI" panose="020B0502040204020203" pitchFamily="34" charset="0"/>
              </a:rPr>
              <a:t>Components to operate</a:t>
            </a:r>
            <a:endParaRPr lang="en-US"/>
          </a:p>
        </p:txBody>
      </p:sp>
      <p:sp>
        <p:nvSpPr>
          <p:cNvPr id="25550" name="Rectangle 25549">
            <a:extLst>
              <a:ext uri="{FF2B5EF4-FFF2-40B4-BE49-F238E27FC236}">
                <a16:creationId xmlns:a16="http://schemas.microsoft.com/office/drawing/2014/main" id="{9DCA055D-5472-8D9A-878D-1846E6CE96BD}"/>
              </a:ext>
            </a:extLst>
          </p:cNvPr>
          <p:cNvSpPr/>
          <p:nvPr/>
        </p:nvSpPr>
        <p:spPr>
          <a:xfrm>
            <a:off x="2670048" y="3663982"/>
            <a:ext cx="4151376" cy="306260"/>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Prompt structure, breakpoints and prompt_cache_key.</a:t>
            </a:r>
            <a:endParaRPr lang="en-US"/>
          </a:p>
        </p:txBody>
      </p:sp>
      <p:sp>
        <p:nvSpPr>
          <p:cNvPr id="25571" name="Rectangle 25570">
            <a:extLst>
              <a:ext uri="{FF2B5EF4-FFF2-40B4-BE49-F238E27FC236}">
                <a16:creationId xmlns:a16="http://schemas.microsoft.com/office/drawing/2014/main" id="{3CD73C6B-E8F6-030F-82E0-278DA7E24C30}"/>
              </a:ext>
            </a:extLst>
          </p:cNvPr>
          <p:cNvSpPr/>
          <p:nvPr/>
        </p:nvSpPr>
        <p:spPr>
          <a:xfrm>
            <a:off x="7370064" y="3437763"/>
            <a:ext cx="4151376" cy="7586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50">
                <a:solidFill>
                  <a:srgbClr val="141B33"/>
                </a:solidFill>
                <a:effectLst/>
                <a:latin typeface="Segoe UI" panose="020B0502040204020203" pitchFamily="34" charset="0"/>
              </a:rPr>
              <a:t>The llm-semantic-cache-lookup and llm-semantic-cache-store policies, an embeddings deployment, and an Azure Managed Redis instance with the RediSearch module.</a:t>
            </a:r>
            <a:endParaRPr lang="en-US"/>
          </a:p>
        </p:txBody>
      </p:sp>
      <p:sp>
        <p:nvSpPr>
          <p:cNvPr id="25593" name="Rectangle 25592">
            <a:extLst>
              <a:ext uri="{FF2B5EF4-FFF2-40B4-BE49-F238E27FC236}">
                <a16:creationId xmlns:a16="http://schemas.microsoft.com/office/drawing/2014/main" id="{49C16415-F79B-E9E8-E57E-04F3C00753C6}"/>
              </a:ext>
            </a:extLst>
          </p:cNvPr>
          <p:cNvSpPr/>
          <p:nvPr/>
        </p:nvSpPr>
        <p:spPr>
          <a:xfrm>
            <a:off x="457200" y="4324477"/>
            <a:ext cx="11277295" cy="347472"/>
          </a:xfrm>
          <a:prstGeom prst="rect">
            <a:avLst/>
          </a:prstGeom>
          <a:solidFill>
            <a:srgbClr val="EBEFF7"/>
          </a:solidFill>
          <a:ln>
            <a:solidFill>
              <a:srgbClr val="EBEFF7"/>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616" name="Rectangle 25615">
            <a:extLst>
              <a:ext uri="{FF2B5EF4-FFF2-40B4-BE49-F238E27FC236}">
                <a16:creationId xmlns:a16="http://schemas.microsoft.com/office/drawing/2014/main" id="{4A5F26CD-B0FB-BE45-77CB-3BCBDF322D7C}"/>
              </a:ext>
            </a:extLst>
          </p:cNvPr>
          <p:cNvSpPr/>
          <p:nvPr/>
        </p:nvSpPr>
        <p:spPr>
          <a:xfrm>
            <a:off x="777240" y="4324477"/>
            <a:ext cx="10607040" cy="347472"/>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150" b="1">
                <a:solidFill>
                  <a:srgbClr val="101A3C"/>
                </a:solidFill>
                <a:effectLst/>
                <a:latin typeface="Segoe UI" panose="020B0502040204020203" pitchFamily="34" charset="0"/>
              </a:rPr>
              <a:t>The two features address different objectives and can be applied together.</a:t>
            </a:r>
            <a:endParaRPr lang="en-US"/>
          </a:p>
        </p:txBody>
      </p:sp>
      <p:sp>
        <p:nvSpPr>
          <p:cNvPr id="25640" name="Rectangle 25639">
            <a:extLst>
              <a:ext uri="{FF2B5EF4-FFF2-40B4-BE49-F238E27FC236}">
                <a16:creationId xmlns:a16="http://schemas.microsoft.com/office/drawing/2014/main" id="{B38814C9-DD11-AE0D-BF4F-57B92AB685A6}"/>
              </a:ext>
            </a:extLst>
          </p:cNvPr>
          <p:cNvSpPr/>
          <p:nvPr/>
        </p:nvSpPr>
        <p:spPr>
          <a:xfrm>
            <a:off x="457200" y="4726813"/>
            <a:ext cx="5487772" cy="951738"/>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665" name="Rectangle 25664">
            <a:extLst>
              <a:ext uri="{FF2B5EF4-FFF2-40B4-BE49-F238E27FC236}">
                <a16:creationId xmlns:a16="http://schemas.microsoft.com/office/drawing/2014/main" id="{EADB3073-B79B-0EC4-1A94-7FE69A9A94E4}"/>
              </a:ext>
            </a:extLst>
          </p:cNvPr>
          <p:cNvSpPr/>
          <p:nvPr/>
        </p:nvSpPr>
        <p:spPr>
          <a:xfrm>
            <a:off x="457200" y="4726813"/>
            <a:ext cx="45720" cy="951738"/>
          </a:xfrm>
          <a:prstGeom prst="rect">
            <a:avLst/>
          </a:prstGeom>
          <a:solidFill>
            <a:srgbClr val="00B39F"/>
          </a:solidFill>
          <a:ln>
            <a:solidFill>
              <a:srgbClr val="00B39F"/>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691" name="Rectangle 25690">
            <a:extLst>
              <a:ext uri="{FF2B5EF4-FFF2-40B4-BE49-F238E27FC236}">
                <a16:creationId xmlns:a16="http://schemas.microsoft.com/office/drawing/2014/main" id="{2445590E-B185-F561-691F-FCEF9057C917}"/>
              </a:ext>
            </a:extLst>
          </p:cNvPr>
          <p:cNvSpPr/>
          <p:nvPr/>
        </p:nvSpPr>
        <p:spPr>
          <a:xfrm>
            <a:off x="731520" y="4827397"/>
            <a:ext cx="4939132"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Applicable when</a:t>
            </a:r>
            <a:endParaRPr lang="en-US"/>
          </a:p>
        </p:txBody>
      </p:sp>
      <p:sp>
        <p:nvSpPr>
          <p:cNvPr id="25718" name="Rectangle 25717">
            <a:extLst>
              <a:ext uri="{FF2B5EF4-FFF2-40B4-BE49-F238E27FC236}">
                <a16:creationId xmlns:a16="http://schemas.microsoft.com/office/drawing/2014/main" id="{D6A9BA89-E530-3FAD-1F36-D6F98857C0A7}"/>
              </a:ext>
            </a:extLst>
          </p:cNvPr>
          <p:cNvSpPr/>
          <p:nvPr/>
        </p:nvSpPr>
        <p:spPr>
          <a:xfrm>
            <a:off x="731520" y="5155057"/>
            <a:ext cx="4939132" cy="441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141B33"/>
                </a:solidFill>
                <a:effectLst/>
                <a:latin typeface="Segoe UI" panose="020B0502040204020203" pitchFamily="34" charset="0"/>
              </a:rPr>
              <a:t>Long, stable leading content on every request; append-only conversations; repeated grounding content; sustained request volume against the same prefix.</a:t>
            </a:r>
            <a:endParaRPr lang="en-US"/>
          </a:p>
        </p:txBody>
      </p:sp>
      <p:sp>
        <p:nvSpPr>
          <p:cNvPr id="25746" name="Rectangle 25745">
            <a:extLst>
              <a:ext uri="{FF2B5EF4-FFF2-40B4-BE49-F238E27FC236}">
                <a16:creationId xmlns:a16="http://schemas.microsoft.com/office/drawing/2014/main" id="{6646A15B-FD6C-FC89-3846-8726C0E99576}"/>
              </a:ext>
            </a:extLst>
          </p:cNvPr>
          <p:cNvSpPr/>
          <p:nvPr/>
        </p:nvSpPr>
        <p:spPr>
          <a:xfrm>
            <a:off x="6246724" y="4726813"/>
            <a:ext cx="5487772" cy="951738"/>
          </a:xfrm>
          <a:prstGeom prst="rect">
            <a:avLst/>
          </a:prstGeom>
          <a:solidFill>
            <a:srgbClr val="F6F8FD"/>
          </a:solidFill>
          <a:ln w="9525">
            <a:solidFill>
              <a:srgbClr val="E1E7F4"/>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775" name="Rectangle 25774">
            <a:extLst>
              <a:ext uri="{FF2B5EF4-FFF2-40B4-BE49-F238E27FC236}">
                <a16:creationId xmlns:a16="http://schemas.microsoft.com/office/drawing/2014/main" id="{8095C382-0D52-A99F-21E1-C0E2DD05FF85}"/>
              </a:ext>
            </a:extLst>
          </p:cNvPr>
          <p:cNvSpPr/>
          <p:nvPr/>
        </p:nvSpPr>
        <p:spPr>
          <a:xfrm>
            <a:off x="6246724" y="4726813"/>
            <a:ext cx="45720" cy="951738"/>
          </a:xfrm>
          <a:prstGeom prst="rect">
            <a:avLst/>
          </a:prstGeom>
          <a:solidFill>
            <a:srgbClr val="101A3C"/>
          </a:solidFill>
          <a:ln>
            <a:solidFill>
              <a:srgbClr val="101A3C"/>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805" name="Rectangle 25804">
            <a:extLst>
              <a:ext uri="{FF2B5EF4-FFF2-40B4-BE49-F238E27FC236}">
                <a16:creationId xmlns:a16="http://schemas.microsoft.com/office/drawing/2014/main" id="{A219E99B-8FCA-C218-EDD6-E337E85B2A8C}"/>
              </a:ext>
            </a:extLst>
          </p:cNvPr>
          <p:cNvSpPr/>
          <p:nvPr/>
        </p:nvSpPr>
        <p:spPr>
          <a:xfrm>
            <a:off x="6521044" y="4827397"/>
            <a:ext cx="4939132" cy="34594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1200" b="1">
                <a:solidFill>
                  <a:srgbClr val="101A3C"/>
                </a:solidFill>
                <a:effectLst/>
                <a:latin typeface="Segoe UI" panose="020B0502040204020203" pitchFamily="34" charset="0"/>
              </a:rPr>
              <a:t>Not applicable when</a:t>
            </a:r>
            <a:endParaRPr lang="en-US"/>
          </a:p>
        </p:txBody>
      </p:sp>
      <p:sp>
        <p:nvSpPr>
          <p:cNvPr id="25836" name="Rectangle 25835">
            <a:extLst>
              <a:ext uri="{FF2B5EF4-FFF2-40B4-BE49-F238E27FC236}">
                <a16:creationId xmlns:a16="http://schemas.microsoft.com/office/drawing/2014/main" id="{290FE5A4-BD5C-BB47-C460-553BFA62F088}"/>
              </a:ext>
            </a:extLst>
          </p:cNvPr>
          <p:cNvSpPr/>
          <p:nvPr/>
        </p:nvSpPr>
        <p:spPr>
          <a:xfrm>
            <a:off x="6521044" y="5155057"/>
            <a:ext cx="4939132" cy="441198"/>
          </a:xfrm>
          <a:prstGeom prst="rect">
            <a:avLst/>
          </a:prstGeom>
          <a:solidFill>
            <a:srgbClr val="FFFFFF">
              <a:alpha val="0"/>
            </a:srgbClr>
          </a:solidFill>
          <a:ln>
            <a:solidFill>
              <a:srgbClr val="FFFFFF">
                <a:alpha val="0"/>
              </a:srgbClr>
            </a:solidFill>
          </a:ln>
          <a:effectLst>
            <a:outerShdw algn="ctr">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l">
              <a:buNone/>
            </a:pPr>
            <a:r>
              <a:rPr lang="en-US" sz="900">
                <a:solidFill>
                  <a:srgbClr val="141B33"/>
                </a:solidFill>
                <a:effectLst/>
                <a:latin typeface="Segoe UI" panose="020B0502040204020203" pitchFamily="34" charset="0"/>
              </a:rPr>
              <a:t>Prompts below 1,024 identical leading tokens; unique requests; per-request personalisation in the leading tokens; request intervals exceeding the cache lifetime.</a:t>
            </a:r>
            <a:endParaRPr lang="en-US"/>
          </a:p>
        </p:txBody>
      </p:sp>
    </p:spTree>
    <p:extLst>
      <p:ext uri="{BB962C8B-B14F-4D97-AF65-F5344CB8AC3E}">
        <p14:creationId xmlns:p14="http://schemas.microsoft.com/office/powerpoint/2010/main" val="4007616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2810</Words>
  <Application>Microsoft Office PowerPoint</Application>
  <PresentationFormat>Widescreen</PresentationFormat>
  <Paragraphs>209</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5</cp:revision>
  <dcterms:created xsi:type="dcterms:W3CDTF">2026-09-23T12:40:20Z</dcterms:created>
  <dcterms:modified xsi:type="dcterms:W3CDTF">2026-10-14T14:09:36Z</dcterms:modified>
  <cp:category/>
</cp:coreProperties>
</file>